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customXml/itemProps1.xml" ContentType="application/vnd.openxmlformats-officedocument.customXmlProperties+xml"/>
  <Override PartName="/ppt/slideLayouts/slideLayout8.xml" ContentType="application/vnd.openxmlformats-officedocument.presentationml.slideLayout+xml"/>
  <Override PartName="/customXml/itemProps2.xml" ContentType="application/vnd.openxmlformats-officedocument.customXmlProperties+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9.xml" ContentType="application/vnd.openxmlformats-officedocument.presentationml.slideLayout+xml"/>
  <Override PartName="/customXml/itemProps3.xml" ContentType="application/vnd.openxmlformats-officedocument.customXmlProperties+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8.xml" ContentType="application/vnd.openxmlformats-officedocument.presentationml.notesSlide+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removePersonalInfoOnSave="1" saveSubsetFonts="1">
  <p:sldMasterIdLst>
    <p:sldMasterId id="2147483648" r:id="rId4"/>
  </p:sldMasterIdLst>
  <p:notesMasterIdLst>
    <p:notesMasterId r:id="rId2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p:notesSz cx="6858000" cy="9144000"/>
  <p:custDataLst>
    <p:custData r:id="rId1"/>
    <p:custData r:id="rId2"/>
    <p:custData r:id="rId3"/>
  </p:custDataLst>
  <p:defaultTextStyle>
    <a:defPPr rtl="0">
      <a:defRPr lang="es-ES"/>
    </a:defPPr>
    <a:lvl1pPr marL="0" algn="l" defTabSz="914400" rtl="0">
      <a:defRPr lang="es-ES" sz="1800">
        <a:solidFill>
          <a:schemeClr val="tx1"/>
        </a:solidFill>
        <a:latin typeface="+mn-lt"/>
        <a:ea typeface="+mn-ea"/>
        <a:cs typeface="+mn-cs"/>
      </a:defRPr>
    </a:lvl1pPr>
    <a:lvl2pPr marL="457200" algn="l" defTabSz="914400" rtl="0">
      <a:defRPr lang="es-ES" sz="1800">
        <a:solidFill>
          <a:schemeClr val="tx1"/>
        </a:solidFill>
        <a:latin typeface="+mn-lt"/>
        <a:ea typeface="+mn-ea"/>
        <a:cs typeface="+mn-cs"/>
      </a:defRPr>
    </a:lvl2pPr>
    <a:lvl3pPr marL="914400" algn="l" defTabSz="914400" rtl="0">
      <a:defRPr lang="es-ES" sz="1800">
        <a:solidFill>
          <a:schemeClr val="tx1"/>
        </a:solidFill>
        <a:latin typeface="+mn-lt"/>
        <a:ea typeface="+mn-ea"/>
        <a:cs typeface="+mn-cs"/>
      </a:defRPr>
    </a:lvl3pPr>
    <a:lvl4pPr marL="1371600" algn="l" defTabSz="914400" rtl="0">
      <a:defRPr lang="es-ES" sz="1800">
        <a:solidFill>
          <a:schemeClr val="tx1"/>
        </a:solidFill>
        <a:latin typeface="+mn-lt"/>
        <a:ea typeface="+mn-ea"/>
        <a:cs typeface="+mn-cs"/>
      </a:defRPr>
    </a:lvl4pPr>
    <a:lvl5pPr marL="1828800" algn="l" defTabSz="914400" rtl="0">
      <a:defRPr lang="es-ES" sz="1800">
        <a:solidFill>
          <a:schemeClr val="tx1"/>
        </a:solidFill>
        <a:latin typeface="+mn-lt"/>
        <a:ea typeface="+mn-ea"/>
        <a:cs typeface="+mn-cs"/>
      </a:defRPr>
    </a:lvl5pPr>
    <a:lvl6pPr marL="2286000" algn="l" defTabSz="914400" rtl="0">
      <a:defRPr lang="es-ES" sz="1800">
        <a:solidFill>
          <a:schemeClr val="tx1"/>
        </a:solidFill>
        <a:latin typeface="+mn-lt"/>
        <a:ea typeface="+mn-ea"/>
        <a:cs typeface="+mn-cs"/>
      </a:defRPr>
    </a:lvl6pPr>
    <a:lvl7pPr marL="2743200" algn="l" defTabSz="914400" rtl="0">
      <a:defRPr lang="es-ES" sz="1800">
        <a:solidFill>
          <a:schemeClr val="tx1"/>
        </a:solidFill>
        <a:latin typeface="+mn-lt"/>
        <a:ea typeface="+mn-ea"/>
        <a:cs typeface="+mn-cs"/>
      </a:defRPr>
    </a:lvl7pPr>
    <a:lvl8pPr marL="3200400" algn="l" defTabSz="914400" rtl="0">
      <a:defRPr lang="es-ES" sz="1800">
        <a:solidFill>
          <a:schemeClr val="tx1"/>
        </a:solidFill>
        <a:latin typeface="+mn-lt"/>
        <a:ea typeface="+mn-ea"/>
        <a:cs typeface="+mn-cs"/>
      </a:defRPr>
    </a:lvl8pPr>
    <a:lvl9pPr marL="3657600" algn="l" defTabSz="914400" rtl="0">
      <a:defRPr lang="es-ES"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1114" y="461"/>
      </p:cViewPr>
      <p:guideLst>
        <p:guide pos="2160" orient="horz"/>
        <p:guide pos="384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 /><Relationship Id="rId28" Type="http://schemas.openxmlformats.org/officeDocument/2006/relationships/tableStyles" Target="tableStyles.xml" /><Relationship Id="rId2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50254106" name="Marcador de encabezado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lang="es-ES" sz="1200"/>
            </a:lvl1pPr>
          </a:lstStyle>
          <a:p>
            <a:pPr rtl="0">
              <a:defRPr/>
            </a:pPr>
            <a:endParaRPr lang="es-ES"/>
          </a:p>
        </p:txBody>
      </p:sp>
      <p:sp>
        <p:nvSpPr>
          <p:cNvPr id="1242423311" name="Marcador de fecha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lang="es-ES" sz="1200"/>
            </a:lvl1pPr>
          </a:lstStyle>
          <a:p>
            <a:pPr>
              <a:defRPr/>
            </a:pPr>
            <a:fld id="{5C694D8B-FFEA-4204-BB22-626A8A05557B}" type="datetime1">
              <a:rPr lang="es-ES"/>
              <a:t>11/11/2025</a:t>
            </a:fld>
            <a:endParaRPr lang="es-ES"/>
          </a:p>
        </p:txBody>
      </p:sp>
      <p:sp>
        <p:nvSpPr>
          <p:cNvPr id="1054903877" name="Marcador de imagen de diapositiva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defRPr/>
            </a:pPr>
            <a:endParaRPr lang="es-ES"/>
          </a:p>
        </p:txBody>
      </p:sp>
      <p:sp>
        <p:nvSpPr>
          <p:cNvPr id="216865729" name="Marcador de nota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defPPr>
              <a:defRPr lang="es-ES"/>
            </a:defPPr>
          </a:lstStyle>
          <a:p>
            <a:pPr lvl="0" rtl="0">
              <a:defRPr/>
            </a:pPr>
            <a:r>
              <a:rPr lang="es-ES"/>
              <a:t>Haga clic para modificar los estilos de texto del patrón</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1857611119" name="Marcador de pie de página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lang="es-ES" sz="1200"/>
            </a:lvl1pPr>
          </a:lstStyle>
          <a:p>
            <a:pPr rtl="0">
              <a:defRPr/>
            </a:pPr>
            <a:endParaRPr lang="es-ES"/>
          </a:p>
        </p:txBody>
      </p:sp>
      <p:sp>
        <p:nvSpPr>
          <p:cNvPr id="638238246" name="Marcador de número de diapositiva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lang="es-ES" sz="1200"/>
            </a:lvl1pPr>
          </a:lstStyle>
          <a:p>
            <a:pPr rtl="0">
              <a:defRPr/>
            </a:pPr>
            <a:fld id="{CC5DA344-5FA2-43F7-9D95-CA56C82B080A}" type="slidenum">
              <a:rPr lang="es-ES"/>
              <a:t>‹Nº›</a:t>
            </a:fld>
            <a:endParaRPr lang="es-ES"/>
          </a:p>
        </p:txBody>
      </p:sp>
    </p:spTree>
  </p:cSld>
  <p:clrMap bg1="lt1" tx1="dk1" bg2="lt2" tx2="dk2" accent1="accent1" accent2="accent2" accent3="accent3" accent4="accent4" accent5="accent5" accent6="accent6" hlink="hlink" folHlink="folHlink"/>
  <p:notesStyle>
    <a:lvl1pPr marL="0" algn="l" defTabSz="914400" rtl="0">
      <a:defRPr lang="es-ES" sz="1200">
        <a:solidFill>
          <a:schemeClr val="tx1"/>
        </a:solidFill>
        <a:latin typeface="+mn-lt"/>
        <a:ea typeface="+mn-ea"/>
        <a:cs typeface="+mn-cs"/>
      </a:defRPr>
    </a:lvl1pPr>
    <a:lvl2pPr marL="457200" algn="l" defTabSz="914400" rtl="0">
      <a:defRPr lang="es-ES" sz="1200">
        <a:solidFill>
          <a:schemeClr val="tx1"/>
        </a:solidFill>
        <a:latin typeface="+mn-lt"/>
        <a:ea typeface="+mn-ea"/>
        <a:cs typeface="+mn-cs"/>
      </a:defRPr>
    </a:lvl2pPr>
    <a:lvl3pPr marL="914400" algn="l" defTabSz="914400" rtl="0">
      <a:defRPr lang="es-ES" sz="1200">
        <a:solidFill>
          <a:schemeClr val="tx1"/>
        </a:solidFill>
        <a:latin typeface="+mn-lt"/>
        <a:ea typeface="+mn-ea"/>
        <a:cs typeface="+mn-cs"/>
      </a:defRPr>
    </a:lvl3pPr>
    <a:lvl4pPr marL="1371600" algn="l" defTabSz="914400" rtl="0">
      <a:defRPr lang="es-ES" sz="1200">
        <a:solidFill>
          <a:schemeClr val="tx1"/>
        </a:solidFill>
        <a:latin typeface="+mn-lt"/>
        <a:ea typeface="+mn-ea"/>
        <a:cs typeface="+mn-cs"/>
      </a:defRPr>
    </a:lvl4pPr>
    <a:lvl5pPr marL="1828800" algn="l" defTabSz="914400" rtl="0">
      <a:defRPr lang="es-ES" sz="1200">
        <a:solidFill>
          <a:schemeClr val="tx1"/>
        </a:solidFill>
        <a:latin typeface="+mn-lt"/>
        <a:ea typeface="+mn-ea"/>
        <a:cs typeface="+mn-cs"/>
      </a:defRPr>
    </a:lvl5pPr>
    <a:lvl6pPr marL="2286000" algn="l" defTabSz="914400" rtl="0">
      <a:defRPr lang="es-ES" sz="1200">
        <a:solidFill>
          <a:schemeClr val="tx1"/>
        </a:solidFill>
        <a:latin typeface="+mn-lt"/>
        <a:ea typeface="+mn-ea"/>
        <a:cs typeface="+mn-cs"/>
      </a:defRPr>
    </a:lvl6pPr>
    <a:lvl7pPr marL="2743200" algn="l" defTabSz="914400" rtl="0">
      <a:defRPr lang="es-ES" sz="1200">
        <a:solidFill>
          <a:schemeClr val="tx1"/>
        </a:solidFill>
        <a:latin typeface="+mn-lt"/>
        <a:ea typeface="+mn-ea"/>
        <a:cs typeface="+mn-cs"/>
      </a:defRPr>
    </a:lvl7pPr>
    <a:lvl8pPr marL="3200400" algn="l" defTabSz="914400" rtl="0">
      <a:defRPr lang="es-ES" sz="1200">
        <a:solidFill>
          <a:schemeClr val="tx1"/>
        </a:solidFill>
        <a:latin typeface="+mn-lt"/>
        <a:ea typeface="+mn-ea"/>
        <a:cs typeface="+mn-cs"/>
      </a:defRPr>
    </a:lvl8pPr>
    <a:lvl9pPr marL="3657600" algn="l" defTabSz="914400" rtl="0">
      <a:defRPr lang="es-ES"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181541" name="Marcador de imagen de diapositiva 1"/>
          <p:cNvSpPr>
            <a:spLocks noChangeAspect="1" noGrp="1" noRot="1"/>
          </p:cNvSpPr>
          <p:nvPr>
            <p:ph type="sldImg"/>
          </p:nvPr>
        </p:nvSpPr>
        <p:spPr bwMode="auto"/>
      </p:sp>
      <p:sp>
        <p:nvSpPr>
          <p:cNvPr id="2143288440" name="Marcador de notas 2"/>
          <p:cNvSpPr>
            <a:spLocks noGrp="1"/>
          </p:cNvSpPr>
          <p:nvPr>
            <p:ph type="body" idx="1"/>
          </p:nvPr>
        </p:nvSpPr>
        <p:spPr bwMode="auto"/>
        <p:txBody>
          <a:bodyPr rtlCol="0"/>
          <a:lstStyle>
            <a:defPPr>
              <a:defRPr lang="es-ES"/>
            </a:defPPr>
          </a:lstStyle>
          <a:p>
            <a:pPr rtl="0">
              <a:defRPr/>
            </a:pPr>
            <a:endParaRPr lang="es-ES"/>
          </a:p>
        </p:txBody>
      </p:sp>
      <p:sp>
        <p:nvSpPr>
          <p:cNvPr id="859285109"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1</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7000058" name="Marcador de imagen de diapositiva 1"/>
          <p:cNvSpPr>
            <a:spLocks noChangeAspect="1" noGrp="1" noRot="1"/>
          </p:cNvSpPr>
          <p:nvPr>
            <p:ph type="sldImg"/>
          </p:nvPr>
        </p:nvSpPr>
        <p:spPr bwMode="auto"/>
      </p:sp>
      <p:sp>
        <p:nvSpPr>
          <p:cNvPr id="1615212012" name="Marcador de notas 2"/>
          <p:cNvSpPr>
            <a:spLocks noGrp="1"/>
          </p:cNvSpPr>
          <p:nvPr>
            <p:ph type="body" idx="1"/>
          </p:nvPr>
        </p:nvSpPr>
        <p:spPr bwMode="auto"/>
        <p:txBody>
          <a:bodyPr rtlCol="0"/>
          <a:lstStyle>
            <a:defPPr>
              <a:defRPr lang="es-ES"/>
            </a:defPPr>
          </a:lstStyle>
          <a:p>
            <a:pPr rtl="0">
              <a:defRPr/>
            </a:pPr>
            <a:endParaRPr lang="es-ES"/>
          </a:p>
        </p:txBody>
      </p:sp>
      <p:sp>
        <p:nvSpPr>
          <p:cNvPr id="1417609201"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2</a:t>
            </a:fld>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8381533" name="Marcador de imagen de diapositiva 1"/>
          <p:cNvSpPr>
            <a:spLocks noChangeAspect="1" noGrp="1" noRot="1"/>
          </p:cNvSpPr>
          <p:nvPr>
            <p:ph type="sldImg"/>
          </p:nvPr>
        </p:nvSpPr>
        <p:spPr bwMode="auto"/>
      </p:sp>
      <p:sp>
        <p:nvSpPr>
          <p:cNvPr id="549426329" name="Marcador de notas 2"/>
          <p:cNvSpPr>
            <a:spLocks noGrp="1"/>
          </p:cNvSpPr>
          <p:nvPr>
            <p:ph type="body" idx="1"/>
          </p:nvPr>
        </p:nvSpPr>
        <p:spPr bwMode="auto"/>
        <p:txBody>
          <a:bodyPr rtlCol="0"/>
          <a:lstStyle>
            <a:defPPr>
              <a:defRPr lang="es-ES"/>
            </a:defPPr>
          </a:lstStyle>
          <a:p>
            <a:pPr rtl="0">
              <a:defRPr/>
            </a:pPr>
            <a:endParaRPr lang="es-ES"/>
          </a:p>
        </p:txBody>
      </p:sp>
      <p:sp>
        <p:nvSpPr>
          <p:cNvPr id="970330149"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3</a:t>
            </a:fld>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573391" name="Marcador de imagen de diapositiva 1"/>
          <p:cNvSpPr>
            <a:spLocks noChangeAspect="1" noGrp="1" noRot="1"/>
          </p:cNvSpPr>
          <p:nvPr>
            <p:ph type="sldImg"/>
          </p:nvPr>
        </p:nvSpPr>
        <p:spPr bwMode="auto"/>
      </p:sp>
      <p:sp>
        <p:nvSpPr>
          <p:cNvPr id="348288713" name="Marcador de notas 2"/>
          <p:cNvSpPr>
            <a:spLocks noGrp="1"/>
          </p:cNvSpPr>
          <p:nvPr>
            <p:ph type="body" idx="1"/>
          </p:nvPr>
        </p:nvSpPr>
        <p:spPr bwMode="auto"/>
        <p:txBody>
          <a:bodyPr rtlCol="0"/>
          <a:lstStyle>
            <a:defPPr>
              <a:defRPr lang="es-ES"/>
            </a:defPPr>
          </a:lstStyle>
          <a:p>
            <a:pPr rtl="0">
              <a:defRPr/>
            </a:pPr>
            <a:endParaRPr lang="es-ES"/>
          </a:p>
        </p:txBody>
      </p:sp>
      <p:sp>
        <p:nvSpPr>
          <p:cNvPr id="1544261905"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4</a:t>
            </a:fld>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3159841" name="Marcador de imagen de diapositiva 1"/>
          <p:cNvSpPr>
            <a:spLocks noChangeAspect="1" noGrp="1" noRot="1"/>
          </p:cNvSpPr>
          <p:nvPr>
            <p:ph type="sldImg"/>
          </p:nvPr>
        </p:nvSpPr>
        <p:spPr bwMode="auto"/>
      </p:sp>
      <p:sp>
        <p:nvSpPr>
          <p:cNvPr id="499898384" name="Marcador de notas 2"/>
          <p:cNvSpPr>
            <a:spLocks noGrp="1"/>
          </p:cNvSpPr>
          <p:nvPr>
            <p:ph type="body" idx="1"/>
          </p:nvPr>
        </p:nvSpPr>
        <p:spPr bwMode="auto"/>
        <p:txBody>
          <a:bodyPr rtlCol="0"/>
          <a:lstStyle>
            <a:defPPr>
              <a:defRPr lang="es-ES"/>
            </a:defPPr>
          </a:lstStyle>
          <a:p>
            <a:pPr rtl="0">
              <a:defRPr/>
            </a:pPr>
            <a:endParaRPr lang="es-ES"/>
          </a:p>
        </p:txBody>
      </p:sp>
      <p:sp>
        <p:nvSpPr>
          <p:cNvPr id="1971851764"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5</a:t>
            </a:fld>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2064148" name="Marcador de imagen de diapositiva 1"/>
          <p:cNvSpPr>
            <a:spLocks noChangeAspect="1" noGrp="1" noRot="1"/>
          </p:cNvSpPr>
          <p:nvPr>
            <p:ph type="sldImg"/>
          </p:nvPr>
        </p:nvSpPr>
        <p:spPr bwMode="auto"/>
      </p:sp>
      <p:sp>
        <p:nvSpPr>
          <p:cNvPr id="397670129" name="Marcador de notas 2"/>
          <p:cNvSpPr>
            <a:spLocks noGrp="1"/>
          </p:cNvSpPr>
          <p:nvPr>
            <p:ph type="body" idx="1"/>
          </p:nvPr>
        </p:nvSpPr>
        <p:spPr bwMode="auto"/>
        <p:txBody>
          <a:bodyPr rtlCol="0"/>
          <a:lstStyle>
            <a:defPPr>
              <a:defRPr lang="es-ES"/>
            </a:defPPr>
          </a:lstStyle>
          <a:p>
            <a:pPr rtl="0">
              <a:defRPr/>
            </a:pPr>
            <a:endParaRPr lang="es-ES"/>
          </a:p>
        </p:txBody>
      </p:sp>
      <p:sp>
        <p:nvSpPr>
          <p:cNvPr id="2039686430" name="Marcador de número de diapositiva 3"/>
          <p:cNvSpPr>
            <a:spLocks noGrp="1"/>
          </p:cNvSpPr>
          <p:nvPr>
            <p:ph type="sldNum" sz="quarter" idx="5"/>
          </p:nvPr>
        </p:nvSpPr>
        <p:spPr bwMode="auto"/>
        <p:txBody>
          <a:bodyPr rtlCol="0"/>
          <a:lstStyle>
            <a:defPPr>
              <a:defRPr lang="es-ES"/>
            </a:defPPr>
          </a:lstStyle>
          <a:p>
            <a:pPr rtl="0">
              <a:defRPr/>
            </a:pPr>
            <a:fld id="{200A1DB2-C455-A86B-CB28-C2F2075F3B6B}" type="slidenum">
              <a:rPr lang="es-ES"/>
              <a:t>6</a:t>
            </a:fld>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2635871" name="Marcador de imagen de diapositiva 1"/>
          <p:cNvSpPr>
            <a:spLocks noChangeAspect="1" noGrp="1" noRot="1"/>
          </p:cNvSpPr>
          <p:nvPr>
            <p:ph type="sldImg"/>
          </p:nvPr>
        </p:nvSpPr>
        <p:spPr bwMode="auto"/>
      </p:sp>
      <p:sp>
        <p:nvSpPr>
          <p:cNvPr id="1677429750" name="Marcador de notas 2"/>
          <p:cNvSpPr>
            <a:spLocks noGrp="1"/>
          </p:cNvSpPr>
          <p:nvPr>
            <p:ph type="body" idx="1"/>
          </p:nvPr>
        </p:nvSpPr>
        <p:spPr bwMode="auto"/>
        <p:txBody>
          <a:bodyPr rtlCol="0"/>
          <a:lstStyle>
            <a:defPPr>
              <a:defRPr lang="es-ES"/>
            </a:defPPr>
          </a:lstStyle>
          <a:p>
            <a:pPr rtl="0">
              <a:defRPr/>
            </a:pPr>
            <a:endParaRPr lang="es-ES"/>
          </a:p>
        </p:txBody>
      </p:sp>
      <p:sp>
        <p:nvSpPr>
          <p:cNvPr id="477634841"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7</a:t>
            </a:fld>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2548300" name="Marcador de imagen de diapositiva 1"/>
          <p:cNvSpPr>
            <a:spLocks noChangeAspect="1" noGrp="1" noRot="1"/>
          </p:cNvSpPr>
          <p:nvPr>
            <p:ph type="sldImg"/>
          </p:nvPr>
        </p:nvSpPr>
        <p:spPr bwMode="auto"/>
      </p:sp>
      <p:sp>
        <p:nvSpPr>
          <p:cNvPr id="346016954" name="Marcador de notas 2"/>
          <p:cNvSpPr>
            <a:spLocks noGrp="1"/>
          </p:cNvSpPr>
          <p:nvPr>
            <p:ph type="body" idx="1"/>
          </p:nvPr>
        </p:nvSpPr>
        <p:spPr bwMode="auto"/>
        <p:txBody>
          <a:bodyPr rtlCol="0"/>
          <a:lstStyle>
            <a:defPPr>
              <a:defRPr lang="es-ES"/>
            </a:defPPr>
          </a:lstStyle>
          <a:p>
            <a:pPr rtl="0">
              <a:defRPr/>
            </a:pPr>
            <a:r>
              <a:rPr lang="es-ES"/>
              <a:t>Un "evento de dominio" es un registro inmutable de algo importante que ha sucedido dentro del núcleo de una aplicación (su dominio).</a:t>
            </a:r>
            <a:endParaRPr/>
          </a:p>
        </p:txBody>
      </p:sp>
      <p:sp>
        <p:nvSpPr>
          <p:cNvPr id="1714651136" name="Marcador de número de diapositiva 3"/>
          <p:cNvSpPr>
            <a:spLocks noGrp="1"/>
          </p:cNvSpPr>
          <p:nvPr>
            <p:ph type="sldNum" sz="quarter" idx="5"/>
          </p:nvPr>
        </p:nvSpPr>
        <p:spPr bwMode="auto"/>
        <p:txBody>
          <a:bodyPr rtlCol="0"/>
          <a:lstStyle>
            <a:defPPr>
              <a:defRPr lang="es-ES"/>
            </a:defPPr>
          </a:lstStyle>
          <a:p>
            <a:pPr rtl="0">
              <a:defRPr/>
            </a:pPr>
            <a:fld id="{382187CB-899F-8A35-45AD-EFD25AB026A8}" type="slidenum">
              <a:rPr lang="es-ES"/>
              <a:t>8</a:t>
            </a:fld>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2442898" name="Marcador de imagen de diapositiva 1"/>
          <p:cNvSpPr>
            <a:spLocks noChangeAspect="1" noGrp="1" noRot="1"/>
          </p:cNvSpPr>
          <p:nvPr>
            <p:ph type="sldImg"/>
          </p:nvPr>
        </p:nvSpPr>
        <p:spPr bwMode="auto"/>
      </p:sp>
      <p:sp>
        <p:nvSpPr>
          <p:cNvPr id="916739826" name="Marcador de notas 2"/>
          <p:cNvSpPr>
            <a:spLocks noGrp="1"/>
          </p:cNvSpPr>
          <p:nvPr>
            <p:ph type="body" idx="1"/>
          </p:nvPr>
        </p:nvSpPr>
        <p:spPr bwMode="auto"/>
        <p:txBody>
          <a:bodyPr rtlCol="0"/>
          <a:lstStyle>
            <a:defPPr>
              <a:defRPr lang="es-ES"/>
            </a:defPPr>
          </a:lstStyle>
          <a:p>
            <a:pPr rtl="0">
              <a:defRPr/>
            </a:pPr>
            <a:r>
              <a:rPr lang="es-ES" sz="1200" b="0" i="0">
                <a:solidFill>
                  <a:schemeClr val="tx1"/>
                </a:solidFill>
                <a:latin typeface="+mn-lt"/>
                <a:ea typeface="+mn-ea"/>
                <a:cs typeface="+mn-cs"/>
              </a:rPr>
              <a:t>Un modelo de dominio es una representación conceptual de los objetos, reglas y relaciones de un área de negocio o problema específico. </a:t>
            </a:r>
            <a:endParaRPr lang="es-ES"/>
          </a:p>
        </p:txBody>
      </p:sp>
      <p:sp>
        <p:nvSpPr>
          <p:cNvPr id="1597039967"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9</a:t>
            </a:fld>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394632" name="Marcador de imagen de diapositiva 1"/>
          <p:cNvSpPr>
            <a:spLocks noChangeAspect="1" noGrp="1" noRot="1"/>
          </p:cNvSpPr>
          <p:nvPr>
            <p:ph type="sldImg"/>
          </p:nvPr>
        </p:nvSpPr>
        <p:spPr bwMode="auto"/>
      </p:sp>
      <p:sp>
        <p:nvSpPr>
          <p:cNvPr id="748462473" name="Marcador de notas 2"/>
          <p:cNvSpPr>
            <a:spLocks noGrp="1"/>
          </p:cNvSpPr>
          <p:nvPr>
            <p:ph type="body" idx="1"/>
          </p:nvPr>
        </p:nvSpPr>
        <p:spPr bwMode="auto"/>
        <p:txBody>
          <a:bodyPr rtlCol="0"/>
          <a:lstStyle>
            <a:defPPr>
              <a:defRPr lang="es-ES"/>
            </a:defPPr>
          </a:lstStyle>
          <a:p>
            <a:pPr rtl="0">
              <a:defRPr/>
            </a:pPr>
            <a:r>
              <a:rPr lang="es-ES"/>
              <a:t>Los subdominios son divisiones lógicas y conceptuales del dominio de un problema (el "espacio del problema"), mientras que los Bounded Contexts son límites de diseño de software (en el "espacio de la solución") donde se aplica un modelo y un lenguaje ubicuo coherente</a:t>
            </a:r>
            <a:r>
              <a:rPr lang="es-ES" sz="1200" b="0" i="0">
                <a:solidFill>
                  <a:schemeClr val="tx1"/>
                </a:solidFill>
                <a:latin typeface="+mn-lt"/>
                <a:ea typeface="+mn-ea"/>
                <a:cs typeface="+mn-cs"/>
              </a:rPr>
              <a:t>.</a:t>
            </a:r>
            <a:endParaRPr lang="es-ES"/>
          </a:p>
        </p:txBody>
      </p:sp>
      <p:sp>
        <p:nvSpPr>
          <p:cNvPr id="1945283998"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10</a:t>
            </a:fld>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8288503" name="Marcador de imagen de diapositiva 1"/>
          <p:cNvSpPr>
            <a:spLocks noChangeAspect="1" noGrp="1" noRot="1"/>
          </p:cNvSpPr>
          <p:nvPr>
            <p:ph type="sldImg"/>
          </p:nvPr>
        </p:nvSpPr>
        <p:spPr bwMode="auto"/>
      </p:sp>
      <p:sp>
        <p:nvSpPr>
          <p:cNvPr id="37687877" name="Marcador de notas 2"/>
          <p:cNvSpPr>
            <a:spLocks noGrp="1"/>
          </p:cNvSpPr>
          <p:nvPr>
            <p:ph type="body" idx="1"/>
          </p:nvPr>
        </p:nvSpPr>
        <p:spPr bwMode="auto"/>
        <p:txBody>
          <a:bodyPr rtlCol="0"/>
          <a:lstStyle>
            <a:defPPr>
              <a:defRPr lang="es-ES"/>
            </a:defPPr>
          </a:lstStyle>
          <a:p>
            <a:pPr rtl="0">
              <a:defRPr/>
            </a:pPr>
            <a:r>
              <a:rPr lang="es-ES"/>
              <a:t>Los subdominios son divisiones lógicas y conceptuales del dominio de un problema (el "espacio del problema"), mientras que los Bounded Contexts son límites de diseño de software (en el "espacio de la solución") donde se aplica un modelo y un lenguaje ubicuo coherente</a:t>
            </a:r>
            <a:r>
              <a:rPr lang="es-ES" sz="1200" b="0" i="0">
                <a:solidFill>
                  <a:schemeClr val="tx1"/>
                </a:solidFill>
                <a:latin typeface="+mn-lt"/>
                <a:ea typeface="+mn-ea"/>
                <a:cs typeface="+mn-cs"/>
              </a:rPr>
              <a:t>.</a:t>
            </a:r>
            <a:endParaRPr lang="es-ES"/>
          </a:p>
        </p:txBody>
      </p:sp>
      <p:sp>
        <p:nvSpPr>
          <p:cNvPr id="1243381618"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11</a:t>
            </a:fld>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2331154" name="Marcador de imagen de diapositiva 1"/>
          <p:cNvSpPr>
            <a:spLocks noChangeAspect="1" noGrp="1" noRot="1"/>
          </p:cNvSpPr>
          <p:nvPr>
            <p:ph type="sldImg"/>
          </p:nvPr>
        </p:nvSpPr>
        <p:spPr bwMode="auto"/>
      </p:sp>
      <p:sp>
        <p:nvSpPr>
          <p:cNvPr id="119021552" name="Marcador de notas 2"/>
          <p:cNvSpPr>
            <a:spLocks noGrp="1"/>
          </p:cNvSpPr>
          <p:nvPr>
            <p:ph type="body" idx="1"/>
          </p:nvPr>
        </p:nvSpPr>
        <p:spPr bwMode="auto"/>
        <p:txBody>
          <a:bodyPr rtlCol="0"/>
          <a:lstStyle>
            <a:defPPr>
              <a:defRPr lang="es-ES"/>
            </a:defPPr>
          </a:lstStyle>
          <a:p>
            <a:pPr rtl="0">
              <a:defRPr/>
            </a:pPr>
            <a:endParaRPr lang="es-ES"/>
          </a:p>
        </p:txBody>
      </p:sp>
      <p:sp>
        <p:nvSpPr>
          <p:cNvPr id="1254563746"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12</a:t>
            </a:fld>
            <a:endParaRPr 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9196902" name="Marcador de imagen de diapositiva 1"/>
          <p:cNvSpPr>
            <a:spLocks noChangeAspect="1" noGrp="1" noRot="1"/>
          </p:cNvSpPr>
          <p:nvPr>
            <p:ph type="sldImg"/>
          </p:nvPr>
        </p:nvSpPr>
        <p:spPr bwMode="auto"/>
      </p:sp>
      <p:sp>
        <p:nvSpPr>
          <p:cNvPr id="1288047326" name="Marcador de notas 2"/>
          <p:cNvSpPr>
            <a:spLocks noGrp="1"/>
          </p:cNvSpPr>
          <p:nvPr>
            <p:ph type="body" idx="1"/>
          </p:nvPr>
        </p:nvSpPr>
        <p:spPr bwMode="auto"/>
        <p:txBody>
          <a:bodyPr rtlCol="0"/>
          <a:lstStyle>
            <a:defPPr>
              <a:defRPr lang="es-ES"/>
            </a:defPPr>
          </a:lstStyle>
          <a:p>
            <a:pPr rtl="0">
              <a:defRPr/>
            </a:pPr>
            <a:endParaRPr lang="es-ES"/>
          </a:p>
        </p:txBody>
      </p:sp>
      <p:sp>
        <p:nvSpPr>
          <p:cNvPr id="646611324"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13</a:t>
            </a:fld>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8233998" name="Marcador de imagen de diapositiva 1"/>
          <p:cNvSpPr>
            <a:spLocks noChangeAspect="1" noGrp="1" noRot="1"/>
          </p:cNvSpPr>
          <p:nvPr>
            <p:ph type="sldImg"/>
          </p:nvPr>
        </p:nvSpPr>
        <p:spPr bwMode="auto"/>
      </p:sp>
      <p:sp>
        <p:nvSpPr>
          <p:cNvPr id="164250089" name="Marcador de notas 2"/>
          <p:cNvSpPr>
            <a:spLocks noGrp="1"/>
          </p:cNvSpPr>
          <p:nvPr>
            <p:ph type="body" idx="1"/>
          </p:nvPr>
        </p:nvSpPr>
        <p:spPr bwMode="auto"/>
        <p:txBody>
          <a:bodyPr rtlCol="0"/>
          <a:lstStyle>
            <a:defPPr>
              <a:defRPr lang="es-ES"/>
            </a:defPPr>
          </a:lstStyle>
          <a:p>
            <a:pPr rtl="0">
              <a:defRPr/>
            </a:pPr>
            <a:endParaRPr lang="es-ES"/>
          </a:p>
        </p:txBody>
      </p:sp>
      <p:sp>
        <p:nvSpPr>
          <p:cNvPr id="1403585390"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14</a:t>
            </a:fld>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6199177" name="Marcador de imagen de diapositiva 1"/>
          <p:cNvSpPr>
            <a:spLocks noChangeAspect="1" noGrp="1" noRot="1"/>
          </p:cNvSpPr>
          <p:nvPr>
            <p:ph type="sldImg"/>
          </p:nvPr>
        </p:nvSpPr>
        <p:spPr bwMode="auto"/>
      </p:sp>
      <p:sp>
        <p:nvSpPr>
          <p:cNvPr id="889953337" name="Marcador de notas 2"/>
          <p:cNvSpPr>
            <a:spLocks noGrp="1"/>
          </p:cNvSpPr>
          <p:nvPr>
            <p:ph type="body" idx="1"/>
          </p:nvPr>
        </p:nvSpPr>
        <p:spPr bwMode="auto"/>
        <p:txBody>
          <a:bodyPr rtlCol="0"/>
          <a:lstStyle>
            <a:defPPr>
              <a:defRPr lang="es-ES"/>
            </a:defPPr>
          </a:lstStyle>
          <a:p>
            <a:pPr rtl="0">
              <a:defRPr/>
            </a:pPr>
            <a:endParaRPr lang="es-ES"/>
          </a:p>
        </p:txBody>
      </p:sp>
      <p:sp>
        <p:nvSpPr>
          <p:cNvPr id="1268756760" name="Marcador de número de diapositiva 3"/>
          <p:cNvSpPr>
            <a:spLocks noGrp="1"/>
          </p:cNvSpPr>
          <p:nvPr>
            <p:ph type="sldNum" sz="quarter" idx="5"/>
          </p:nvPr>
        </p:nvSpPr>
        <p:spPr bwMode="auto"/>
        <p:txBody>
          <a:bodyPr rtlCol="0"/>
          <a:lstStyle>
            <a:defPPr>
              <a:defRPr lang="es-ES"/>
            </a:defPPr>
          </a:lstStyle>
          <a:p>
            <a:pPr rtl="0">
              <a:defRPr/>
            </a:pPr>
            <a:fld id="{34ED0256-9BC0-C93F-6106-1FC9492D325C}" type="slidenum">
              <a:rPr lang="es-ES"/>
              <a:t>15</a:t>
            </a:fld>
            <a:endParaRPr 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3466270" name="Marcador de imagen de diapositiva 1"/>
          <p:cNvSpPr>
            <a:spLocks noChangeAspect="1" noGrp="1" noRot="1"/>
          </p:cNvSpPr>
          <p:nvPr>
            <p:ph type="sldImg"/>
          </p:nvPr>
        </p:nvSpPr>
        <p:spPr bwMode="auto"/>
      </p:sp>
      <p:sp>
        <p:nvSpPr>
          <p:cNvPr id="984477563" name="Marcador de notas 2"/>
          <p:cNvSpPr>
            <a:spLocks noGrp="1"/>
          </p:cNvSpPr>
          <p:nvPr>
            <p:ph type="body" idx="1"/>
          </p:nvPr>
        </p:nvSpPr>
        <p:spPr bwMode="auto"/>
        <p:txBody>
          <a:bodyPr rtlCol="0"/>
          <a:lstStyle>
            <a:defPPr>
              <a:defRPr lang="es-ES"/>
            </a:defPPr>
          </a:lstStyle>
          <a:p>
            <a:pPr rtl="0">
              <a:defRPr/>
            </a:pPr>
            <a:endParaRPr lang="es-ES"/>
          </a:p>
        </p:txBody>
      </p:sp>
      <p:sp>
        <p:nvSpPr>
          <p:cNvPr id="931546143"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16</a:t>
            </a:fld>
            <a:endParaRPr 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1535117" name="Marcador de imagen de diapositiva 1"/>
          <p:cNvSpPr>
            <a:spLocks noChangeAspect="1" noGrp="1" noRot="1"/>
          </p:cNvSpPr>
          <p:nvPr>
            <p:ph type="sldImg"/>
          </p:nvPr>
        </p:nvSpPr>
        <p:spPr bwMode="auto"/>
      </p:sp>
      <p:sp>
        <p:nvSpPr>
          <p:cNvPr id="836615940" name="Marcador de notas 2"/>
          <p:cNvSpPr>
            <a:spLocks noGrp="1"/>
          </p:cNvSpPr>
          <p:nvPr>
            <p:ph type="body" idx="1"/>
          </p:nvPr>
        </p:nvSpPr>
        <p:spPr bwMode="auto"/>
        <p:txBody>
          <a:bodyPr rtlCol="0"/>
          <a:lstStyle>
            <a:defPPr>
              <a:defRPr lang="es-ES"/>
            </a:defPPr>
          </a:lstStyle>
          <a:p>
            <a:pPr rtl="0">
              <a:defRPr/>
            </a:pPr>
            <a:endParaRPr lang="es-ES"/>
          </a:p>
        </p:txBody>
      </p:sp>
      <p:sp>
        <p:nvSpPr>
          <p:cNvPr id="1121927712" name="Marcador de número de diapositiva 3"/>
          <p:cNvSpPr>
            <a:spLocks noGrp="1"/>
          </p:cNvSpPr>
          <p:nvPr>
            <p:ph type="sldNum" sz="quarter" idx="5"/>
          </p:nvPr>
        </p:nvSpPr>
        <p:spPr bwMode="auto"/>
        <p:txBody>
          <a:bodyPr rtlCol="0"/>
          <a:lstStyle>
            <a:defPPr>
              <a:defRPr lang="es-ES"/>
            </a:defPPr>
          </a:lstStyle>
          <a:p>
            <a:pPr rtl="0">
              <a:defRPr/>
            </a:pPr>
            <a:fld id="{06081787-FD88-B800-A4F4-CEAAD28ACB29}" type="slidenum">
              <a:rPr lang="es-ES"/>
              <a:t>17</a:t>
            </a:fld>
            <a:endParaRPr 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3621243" name="Marcador de imagen de diapositiva 1"/>
          <p:cNvSpPr>
            <a:spLocks noChangeAspect="1" noGrp="1" noRot="1"/>
          </p:cNvSpPr>
          <p:nvPr>
            <p:ph type="sldImg"/>
          </p:nvPr>
        </p:nvSpPr>
        <p:spPr bwMode="auto"/>
      </p:sp>
      <p:sp>
        <p:nvSpPr>
          <p:cNvPr id="1464228456" name="Marcador de notas 2"/>
          <p:cNvSpPr>
            <a:spLocks noGrp="1"/>
          </p:cNvSpPr>
          <p:nvPr>
            <p:ph type="body" idx="1"/>
          </p:nvPr>
        </p:nvSpPr>
        <p:spPr bwMode="auto"/>
        <p:txBody>
          <a:bodyPr rtlCol="0"/>
          <a:lstStyle>
            <a:defPPr>
              <a:defRPr lang="es-ES"/>
            </a:defPPr>
          </a:lstStyle>
          <a:p>
            <a:pPr rtl="0">
              <a:defRPr/>
            </a:pPr>
            <a:endParaRPr lang="es-ES"/>
          </a:p>
        </p:txBody>
      </p:sp>
      <p:sp>
        <p:nvSpPr>
          <p:cNvPr id="1987807596" name="Marcador de número de diapositiva 3"/>
          <p:cNvSpPr>
            <a:spLocks noGrp="1"/>
          </p:cNvSpPr>
          <p:nvPr>
            <p:ph type="sldNum" sz="quarter" idx="5"/>
          </p:nvPr>
        </p:nvSpPr>
        <p:spPr bwMode="auto"/>
        <p:txBody>
          <a:bodyPr rtlCol="0"/>
          <a:lstStyle>
            <a:defPPr>
              <a:defRPr lang="es-ES"/>
            </a:defPPr>
          </a:lstStyle>
          <a:p>
            <a:pPr rtl="0">
              <a:defRPr/>
            </a:pPr>
            <a:fld id="{06081787-FD88-B800-A4F4-CEAAD28ACB29}" type="slidenum">
              <a:rPr lang="es-ES"/>
              <a:t>18</a:t>
            </a:fld>
            <a:endParaRPr lang="es-E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0410034" name="Marcador de imagen de diapositiva 1"/>
          <p:cNvSpPr>
            <a:spLocks noChangeAspect="1" noGrp="1" noRot="1"/>
          </p:cNvSpPr>
          <p:nvPr>
            <p:ph type="sldImg"/>
          </p:nvPr>
        </p:nvSpPr>
        <p:spPr bwMode="auto"/>
      </p:sp>
      <p:sp>
        <p:nvSpPr>
          <p:cNvPr id="2124957365" name="Marcador de notas 2"/>
          <p:cNvSpPr>
            <a:spLocks noGrp="1"/>
          </p:cNvSpPr>
          <p:nvPr>
            <p:ph type="body" idx="1"/>
          </p:nvPr>
        </p:nvSpPr>
        <p:spPr bwMode="auto"/>
        <p:txBody>
          <a:bodyPr rtlCol="0"/>
          <a:lstStyle>
            <a:defPPr>
              <a:defRPr lang="es-ES"/>
            </a:defPPr>
          </a:lstStyle>
          <a:p>
            <a:pPr rtl="0">
              <a:defRPr/>
            </a:pPr>
            <a:endParaRPr lang="es-ES"/>
          </a:p>
        </p:txBody>
      </p:sp>
      <p:sp>
        <p:nvSpPr>
          <p:cNvPr id="133438004" name="Marcador de número de diapositiva 3"/>
          <p:cNvSpPr>
            <a:spLocks noGrp="1"/>
          </p:cNvSpPr>
          <p:nvPr>
            <p:ph type="sldNum" sz="quarter" idx="5"/>
          </p:nvPr>
        </p:nvSpPr>
        <p:spPr bwMode="auto"/>
        <p:txBody>
          <a:bodyPr rtlCol="0"/>
          <a:lstStyle>
            <a:defPPr>
              <a:defRPr lang="es-ES"/>
            </a:defPPr>
          </a:lstStyle>
          <a:p>
            <a:pPr rtl="0">
              <a:defRPr/>
            </a:pPr>
            <a:fld id="{CC5DA344-5FA2-43F7-9D95-CA56C82B080A}" type="slidenum">
              <a:rPr lang="es-ES"/>
              <a:t>19</a:t>
            </a:fld>
            <a:endParaRPr lang="es-E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olo título">
    <p:bg>
      <p:bgPr shadeToTitle="0">
        <a:solidFill>
          <a:schemeClr val="accent3">
            <a:lumMod val="20000"/>
            <a:lumOff val="80000"/>
          </a:schemeClr>
        </a:solidFill>
      </p:bgPr>
    </p:bg>
    <p:spTree>
      <p:nvGrpSpPr>
        <p:cNvPr id="1" name=""/>
        <p:cNvGrpSpPr/>
        <p:nvPr/>
      </p:nvGrpSpPr>
      <p:grpSpPr bwMode="auto">
        <a:xfrm>
          <a:off x="0" y="0"/>
          <a:ext cx="0" cy="0"/>
          <a:chOff x="0" y="0"/>
          <a:chExt cx="0" cy="0"/>
        </a:xfrm>
      </p:grpSpPr>
      <p:cxnSp>
        <p:nvCxnSpPr>
          <p:cNvPr id="278777583" name="Conector recto 6"/>
          <p:cNvCxnSpPr/>
          <p:nvPr userDrawn="1"/>
        </p:nvCxnSpPr>
        <p:spPr bwMode="auto">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91025791" name="Conector recto 7"/>
          <p:cNvCxnSpPr/>
          <p:nvPr userDrawn="1"/>
        </p:nvCxnSpPr>
        <p:spPr bwMode="auto">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13016163" name="Título 1"/>
          <p:cNvSpPr>
            <a:spLocks noGrp="1"/>
          </p:cNvSpPr>
          <p:nvPr>
            <p:ph type="ctrTitle" hasCustomPrompt="1"/>
          </p:nvPr>
        </p:nvSpPr>
        <p:spPr bwMode="auto">
          <a:xfrm>
            <a:off x="857468" y="486137"/>
            <a:ext cx="5427584" cy="3599727"/>
          </a:xfrm>
        </p:spPr>
        <p:txBody>
          <a:bodyPr rtlCol="0" anchor="b" anchorCtr="0">
            <a:noAutofit/>
          </a:bodyPr>
          <a:lstStyle>
            <a:lvl1pPr algn="l">
              <a:defRPr lang="es-ES" sz="4400" cap="all">
                <a:solidFill>
                  <a:schemeClr val="accent1"/>
                </a:solidFill>
              </a:defRPr>
            </a:lvl1pPr>
          </a:lstStyle>
          <a:p>
            <a:pPr rtl="0">
              <a:defRPr/>
            </a:pPr>
            <a:r>
              <a:rPr lang="es-ES"/>
              <a:t>Haga clic para agregar un título</a:t>
            </a:r>
            <a:endParaRPr/>
          </a:p>
        </p:txBody>
      </p:sp>
      <p:sp>
        <p:nvSpPr>
          <p:cNvPr id="1221574209" name="Marcador de posición de imagen 12"/>
          <p:cNvSpPr>
            <a:spLocks noGrp="1"/>
          </p:cNvSpPr>
          <p:nvPr>
            <p:ph type="pic" sz="quarter" idx="10"/>
          </p:nvPr>
        </p:nvSpPr>
        <p:spPr bwMode="auto">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fill="norm" stroke="1" extrusionOk="0">
                <a:moveTo>
                  <a:pt x="1840375" y="0"/>
                </a:moveTo>
                <a:lnTo>
                  <a:pt x="6578801" y="0"/>
                </a:lnTo>
                <a:lnTo>
                  <a:pt x="6578801" y="6858000"/>
                </a:lnTo>
                <a:lnTo>
                  <a:pt x="0" y="6869575"/>
                </a:lnTo>
                <a:lnTo>
                  <a:pt x="1840375" y="0"/>
                </a:lnTo>
                <a:close/>
              </a:path>
            </a:pathLst>
          </a:custGeom>
        </p:spPr>
        <p:txBody>
          <a:bodyPr tIns="274320" rIns="274320" rtlCol="0">
            <a:normAutofit/>
          </a:bodyPr>
          <a:lstStyle>
            <a:lvl1pPr marL="0" indent="0" algn="r">
              <a:buNone/>
              <a:defRPr lang="es-ES" sz="2000"/>
            </a:lvl1pPr>
          </a:lstStyle>
          <a:p>
            <a:pPr rtl="0">
              <a:defRPr/>
            </a:pPr>
            <a:r>
              <a:rPr lang="es-ES"/>
              <a:t>Haga clic en el icono para agregar una imagen</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ido 2">
    <p:spTree>
      <p:nvGrpSpPr>
        <p:cNvPr id="1" name=""/>
        <p:cNvGrpSpPr/>
        <p:nvPr/>
      </p:nvGrpSpPr>
      <p:grpSpPr bwMode="auto">
        <a:xfrm>
          <a:off x="0" y="0"/>
          <a:ext cx="0" cy="0"/>
          <a:chOff x="0" y="0"/>
          <a:chExt cx="0" cy="0"/>
        </a:xfrm>
      </p:grpSpPr>
      <p:sp>
        <p:nvSpPr>
          <p:cNvPr id="1815826870" name="Forma libre 6"/>
          <p:cNvSpPr/>
          <p:nvPr userDrawn="1"/>
        </p:nvSpPr>
        <p:spPr bwMode="auto">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fill="norm" stroke="1" extrusionOk="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defRPr/>
            </a:pPr>
            <a:endParaRPr lang="es-ES"/>
          </a:p>
        </p:txBody>
      </p:sp>
      <p:cxnSp>
        <p:nvCxnSpPr>
          <p:cNvPr id="931759370" name="Conector recto 7"/>
          <p:cNvCxnSpPr/>
          <p:nvPr userDrawn="1"/>
        </p:nvCxnSpPr>
        <p:spPr bwMode="auto">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254579503" name="Conector recto 8"/>
          <p:cNvCxnSpPr/>
          <p:nvPr userDrawn="1"/>
        </p:nvCxnSpPr>
        <p:spPr bwMode="auto">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284866907" name="Conector recto 9"/>
          <p:cNvCxnSpPr/>
          <p:nvPr userDrawn="1"/>
        </p:nvCxnSpPr>
        <p:spPr bwMode="auto">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114127527" name="Título 1"/>
          <p:cNvSpPr>
            <a:spLocks noGrp="1"/>
          </p:cNvSpPr>
          <p:nvPr>
            <p:ph type="title" hasCustomPrompt="1"/>
          </p:nvPr>
        </p:nvSpPr>
        <p:spPr bwMode="auto">
          <a:xfrm>
            <a:off x="838200" y="509286"/>
            <a:ext cx="3200400" cy="5617193"/>
          </a:xfrm>
        </p:spPr>
        <p:txBody>
          <a:bodyPr rtlCol="0">
            <a:noAutofit/>
          </a:bodyPr>
          <a:lstStyle>
            <a:defPPr>
              <a:defRPr lang="es-ES"/>
            </a:defPPr>
          </a:lstStyle>
          <a:p>
            <a:pPr rtl="0">
              <a:defRPr/>
            </a:pPr>
            <a:r>
              <a:rPr lang="es-ES"/>
              <a:t>Haga clic para agregar un título</a:t>
            </a:r>
            <a:endParaRPr/>
          </a:p>
        </p:txBody>
      </p:sp>
      <p:sp>
        <p:nvSpPr>
          <p:cNvPr id="797358318" name="Marcador de contenido 2"/>
          <p:cNvSpPr>
            <a:spLocks noGrp="1"/>
          </p:cNvSpPr>
          <p:nvPr>
            <p:ph idx="1" hasCustomPrompt="1"/>
          </p:nvPr>
        </p:nvSpPr>
        <p:spPr bwMode="auto">
          <a:xfrm>
            <a:off x="5023412" y="509286"/>
            <a:ext cx="4328932" cy="5617194"/>
          </a:xfrm>
        </p:spPr>
        <p:txBody>
          <a:bodyPr rtlCol="0" anchor="ctr" anchorCtr="0">
            <a:normAutofit/>
          </a:bodyPr>
          <a:lstStyle>
            <a:lvl1pPr marL="0" indent="0">
              <a:lnSpc>
                <a:spcPct val="150000"/>
              </a:lnSpc>
              <a:spcBef>
                <a:spcPts val="1000"/>
              </a:spcBef>
              <a:buNone/>
              <a:defRPr lang="es-ES" sz="1800"/>
            </a:lvl1pPr>
            <a:lvl2pPr marL="457200" indent="0">
              <a:lnSpc>
                <a:spcPct val="150000"/>
              </a:lnSpc>
              <a:spcBef>
                <a:spcPts val="1000"/>
              </a:spcBef>
              <a:buNone/>
              <a:defRPr lang="es-ES" sz="1600"/>
            </a:lvl2pPr>
            <a:lvl3pPr marL="914400" indent="0">
              <a:lnSpc>
                <a:spcPct val="150000"/>
              </a:lnSpc>
              <a:spcBef>
                <a:spcPts val="1000"/>
              </a:spcBef>
              <a:buNone/>
              <a:defRPr lang="es-ES" sz="1400"/>
            </a:lvl3pPr>
            <a:lvl4pPr marL="1371600" indent="0">
              <a:lnSpc>
                <a:spcPct val="150000"/>
              </a:lnSpc>
              <a:spcBef>
                <a:spcPts val="1000"/>
              </a:spcBef>
              <a:buNone/>
              <a:defRPr lang="es-ES" sz="1200"/>
            </a:lvl4pPr>
            <a:lvl5pPr marL="1828800" indent="0">
              <a:lnSpc>
                <a:spcPct val="150000"/>
              </a:lnSpc>
              <a:spcBef>
                <a:spcPts val="1000"/>
              </a:spcBef>
              <a:buNone/>
              <a:defRPr lang="es-ES" sz="1200"/>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1860799186" name="Marcador de posición de imagen 13"/>
          <p:cNvSpPr>
            <a:spLocks noGrp="1"/>
          </p:cNvSpPr>
          <p:nvPr>
            <p:ph type="pic" sz="quarter" idx="13"/>
          </p:nvPr>
        </p:nvSpPr>
        <p:spPr bwMode="auto">
          <a:xfrm>
            <a:off x="9548813" y="-22860"/>
            <a:ext cx="2651760" cy="6903720"/>
          </a:xfrm>
        </p:spPr>
        <p:txBody>
          <a:bodyPr lIns="182880" tIns="274320" rIns="182880" rtlCol="0">
            <a:normAutofit/>
          </a:bodyPr>
          <a:lstStyle>
            <a:lvl1pPr marL="0" indent="0" algn="ctr">
              <a:buNone/>
              <a:defRPr lang="es-ES" sz="2000"/>
            </a:lvl1pPr>
          </a:lstStyle>
          <a:p>
            <a:pPr rtl="0">
              <a:defRPr/>
            </a:pPr>
            <a:r>
              <a:rPr lang="es-ES"/>
              <a:t>Haga clic en el icono para agregar una imagen</a:t>
            </a:r>
            <a:endParaRPr/>
          </a:p>
        </p:txBody>
      </p:sp>
      <p:sp>
        <p:nvSpPr>
          <p:cNvPr id="1002333887" name="Marcador de fecha 3"/>
          <p:cNvSpPr>
            <a:spLocks noGrp="1"/>
          </p:cNvSpPr>
          <p:nvPr>
            <p:ph type="dt" sz="half" idx="10"/>
          </p:nvPr>
        </p:nvSpPr>
        <p:spPr bwMode="auto"/>
        <p:txBody>
          <a:bodyPr rtlCol="0"/>
          <a:lstStyle>
            <a:defPPr>
              <a:defRPr lang="es-ES"/>
            </a:defPPr>
          </a:lstStyle>
          <a:p>
            <a:pPr rtl="0">
              <a:defRPr/>
            </a:pPr>
            <a:fld id="{D6D8061D-18C3-4F4F-85EF-561633F58754}" type="datetimeFigureOut">
              <a:rPr lang="es-ES"/>
              <a:t>11/11/2025</a:t>
            </a:fld>
            <a:endParaRPr lang="es-ES"/>
          </a:p>
        </p:txBody>
      </p:sp>
      <p:sp>
        <p:nvSpPr>
          <p:cNvPr id="1242588912" name="Marcador de pie de página 4"/>
          <p:cNvSpPr>
            <a:spLocks noGrp="1"/>
          </p:cNvSpPr>
          <p:nvPr>
            <p:ph type="ftr" sz="quarter" idx="11"/>
          </p:nvPr>
        </p:nvSpPr>
        <p:spPr bwMode="auto"/>
        <p:txBody>
          <a:bodyPr rtlCol="0"/>
          <a:lstStyle>
            <a:defPPr>
              <a:defRPr lang="es-ES"/>
            </a:defPPr>
          </a:lstStyle>
          <a:p>
            <a:pPr rtl="0">
              <a:defRPr/>
            </a:pPr>
            <a:endParaRPr lang="es-ES"/>
          </a:p>
        </p:txBody>
      </p:sp>
      <p:sp>
        <p:nvSpPr>
          <p:cNvPr id="330167292" name="Marcador de número de diapositiva 5"/>
          <p:cNvSpPr>
            <a:spLocks noGrp="1"/>
          </p:cNvSpPr>
          <p:nvPr>
            <p:ph type="sldNum" sz="quarter" idx="12"/>
          </p:nvPr>
        </p:nvSpPr>
        <p:spPr bwMode="auto"/>
        <p:txBody>
          <a:bodyPr rtlCol="0"/>
          <a:lstStyle>
            <a:defPPr>
              <a:defRPr lang="es-ES"/>
            </a:defPPr>
          </a:lstStyle>
          <a:p>
            <a:pPr rtl="0">
              <a:defRPr/>
            </a:pPr>
            <a:fld id="{CBD12358-51D2-46B3-9BDE-DF29528B9454}" type="slidenum">
              <a:rPr lang="es-ES"/>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ítulo + imagen">
    <p:spTree>
      <p:nvGrpSpPr>
        <p:cNvPr id="1" name=""/>
        <p:cNvGrpSpPr/>
        <p:nvPr/>
      </p:nvGrpSpPr>
      <p:grpSpPr bwMode="auto">
        <a:xfrm>
          <a:off x="0" y="0"/>
          <a:ext cx="0" cy="0"/>
          <a:chOff x="0" y="0"/>
          <a:chExt cx="0" cy="0"/>
        </a:xfrm>
      </p:grpSpPr>
      <p:cxnSp>
        <p:nvCxnSpPr>
          <p:cNvPr id="866737878" name="Conector recto 1"/>
          <p:cNvCxnSpPr/>
          <p:nvPr userDrawn="1"/>
        </p:nvCxnSpPr>
        <p:spPr bwMode="auto">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2066047002" name="Conector recto 2"/>
          <p:cNvCxnSpPr/>
          <p:nvPr userDrawn="1"/>
        </p:nvCxnSpPr>
        <p:spPr bwMode="auto">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421912959" name="Conector recto 6"/>
          <p:cNvCxnSpPr/>
          <p:nvPr userDrawn="1"/>
        </p:nvCxnSpPr>
        <p:spPr bwMode="auto">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95473145" name="Conector recto 8"/>
          <p:cNvCxnSpPr/>
          <p:nvPr userDrawn="1"/>
        </p:nvCxnSpPr>
        <p:spPr bwMode="auto">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702786631" name="Título 1"/>
          <p:cNvSpPr>
            <a:spLocks noGrp="1"/>
          </p:cNvSpPr>
          <p:nvPr>
            <p:ph type="ctrTitle" hasCustomPrompt="1"/>
          </p:nvPr>
        </p:nvSpPr>
        <p:spPr bwMode="auto">
          <a:xfrm>
            <a:off x="1524000" y="743671"/>
            <a:ext cx="9144000" cy="3361254"/>
          </a:xfrm>
        </p:spPr>
        <p:txBody>
          <a:bodyPr rtlCol="0" anchor="b">
            <a:noAutofit/>
          </a:bodyPr>
          <a:lstStyle>
            <a:lvl1pPr algn="ctr">
              <a:defRPr lang="es-ES" sz="4400"/>
            </a:lvl1pPr>
          </a:lstStyle>
          <a:p>
            <a:pPr rtl="0">
              <a:defRPr/>
            </a:pPr>
            <a:r>
              <a:rPr lang="es-ES"/>
              <a:t>Haga clic para agregar un título</a:t>
            </a:r>
            <a:endParaRPr/>
          </a:p>
        </p:txBody>
      </p:sp>
      <p:sp>
        <p:nvSpPr>
          <p:cNvPr id="1346481295" name="Marcador de posición de imagen 7"/>
          <p:cNvSpPr>
            <a:spLocks noGrp="1"/>
          </p:cNvSpPr>
          <p:nvPr>
            <p:ph type="pic" sz="quarter" idx="13"/>
          </p:nvPr>
        </p:nvSpPr>
        <p:spPr bwMode="auto">
          <a:xfrm>
            <a:off x="-7620" y="4766434"/>
            <a:ext cx="12207240" cy="2121408"/>
          </a:xfrm>
        </p:spPr>
        <p:txBody>
          <a:bodyPr rtlCol="0">
            <a:noAutofit/>
          </a:bodyPr>
          <a:lstStyle>
            <a:lvl1pPr marL="0" indent="0" algn="ctr">
              <a:buNone/>
              <a:defRPr lang="es-ES" sz="2000"/>
            </a:lvl1pPr>
          </a:lstStyle>
          <a:p>
            <a:pPr rtl="0">
              <a:defRPr/>
            </a:pPr>
            <a:r>
              <a:rPr lang="es-ES"/>
              <a:t>Haga clic en el icono para agregar una imagen</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ítulo + subtítulo + imagen">
    <p:spTree>
      <p:nvGrpSpPr>
        <p:cNvPr id="1" name=""/>
        <p:cNvGrpSpPr/>
        <p:nvPr/>
      </p:nvGrpSpPr>
      <p:grpSpPr bwMode="auto">
        <a:xfrm>
          <a:off x="0" y="0"/>
          <a:ext cx="0" cy="0"/>
          <a:chOff x="0" y="0"/>
          <a:chExt cx="0" cy="0"/>
        </a:xfrm>
      </p:grpSpPr>
      <p:cxnSp>
        <p:nvCxnSpPr>
          <p:cNvPr id="1214448987" name="Conector recto 7"/>
          <p:cNvCxnSpPr/>
          <p:nvPr userDrawn="1"/>
        </p:nvCxnSpPr>
        <p:spPr bwMode="auto">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23036795" name="Conector recto 8"/>
          <p:cNvCxnSpPr/>
          <p:nvPr userDrawn="1"/>
        </p:nvCxnSpPr>
        <p:spPr bwMode="auto">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817772469" name="Conector recto 9"/>
          <p:cNvCxnSpPr/>
          <p:nvPr userDrawn="1"/>
        </p:nvCxnSpPr>
        <p:spPr bwMode="auto">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87959260" name="Título 1"/>
          <p:cNvSpPr>
            <a:spLocks noGrp="1"/>
          </p:cNvSpPr>
          <p:nvPr>
            <p:ph type="ctrTitle"/>
          </p:nvPr>
        </p:nvSpPr>
        <p:spPr bwMode="auto">
          <a:xfrm>
            <a:off x="1215072" y="528320"/>
            <a:ext cx="5028566" cy="3354992"/>
          </a:xfrm>
        </p:spPr>
        <p:txBody>
          <a:bodyPr rtlCol="0" anchor="b">
            <a:noAutofit/>
          </a:bodyPr>
          <a:lstStyle>
            <a:lvl1pPr algn="l">
              <a:defRPr lang="es-ES" sz="4400"/>
            </a:lvl1pPr>
          </a:lstStyle>
          <a:p>
            <a:pPr rtl="0">
              <a:defRPr/>
            </a:pPr>
            <a:endParaRPr lang="es-ES"/>
          </a:p>
        </p:txBody>
      </p:sp>
      <p:sp>
        <p:nvSpPr>
          <p:cNvPr id="1412680713" name="Subtítulo 2"/>
          <p:cNvSpPr>
            <a:spLocks noGrp="1"/>
          </p:cNvSpPr>
          <p:nvPr>
            <p:ph type="subTitle" idx="1" hasCustomPrompt="1"/>
          </p:nvPr>
        </p:nvSpPr>
        <p:spPr bwMode="auto">
          <a:xfrm>
            <a:off x="1215072" y="4027992"/>
            <a:ext cx="5028565" cy="1894972"/>
          </a:xfrm>
        </p:spPr>
        <p:txBody>
          <a:bodyPr rtlCol="0">
            <a:noAutofit/>
          </a:bodyPr>
          <a:lstStyle>
            <a:lvl1pPr marL="0" indent="0" algn="l">
              <a:buNone/>
              <a:defRPr lang="es-ES" sz="1800" b="1" cap="all">
                <a:solidFill>
                  <a:schemeClr val="accent2"/>
                </a:solidFill>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defRPr/>
            </a:pPr>
            <a:r>
              <a:rPr lang="es-ES"/>
              <a:t>Haga clic para agregar un subtítulo</a:t>
            </a:r>
            <a:endParaRPr/>
          </a:p>
        </p:txBody>
      </p:sp>
      <p:sp>
        <p:nvSpPr>
          <p:cNvPr id="1715177858" name="Marcador de posición de imagen 7"/>
          <p:cNvSpPr>
            <a:spLocks noGrp="1"/>
          </p:cNvSpPr>
          <p:nvPr>
            <p:ph type="pic" sz="quarter" idx="13"/>
          </p:nvPr>
        </p:nvSpPr>
        <p:spPr bwMode="auto">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fill="norm" stroke="1" extrusionOk="0">
                <a:moveTo>
                  <a:pt x="0" y="0"/>
                </a:moveTo>
                <a:lnTo>
                  <a:pt x="4977139" y="0"/>
                </a:lnTo>
                <a:lnTo>
                  <a:pt x="4977139" y="6892724"/>
                </a:lnTo>
                <a:lnTo>
                  <a:pt x="1863524" y="6892724"/>
                </a:lnTo>
                <a:lnTo>
                  <a:pt x="0" y="0"/>
                </a:lnTo>
                <a:close/>
              </a:path>
            </a:pathLst>
          </a:custGeom>
        </p:spPr>
        <p:txBody>
          <a:bodyPr tIns="274320" rIns="274320" rtlCol="0">
            <a:normAutofit/>
          </a:bodyPr>
          <a:lstStyle>
            <a:lvl1pPr marL="0" indent="0" algn="r">
              <a:buNone/>
              <a:defRPr lang="es-ES" sz="2000"/>
            </a:lvl1pPr>
          </a:lstStyle>
          <a:p>
            <a:pPr rtl="0">
              <a:defRPr/>
            </a:pPr>
            <a:r>
              <a:rPr lang="es-ES"/>
              <a:t>Haga clic en el icono para agregar una imagen</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ido 1">
    <p:spTree>
      <p:nvGrpSpPr>
        <p:cNvPr id="1" name=""/>
        <p:cNvGrpSpPr/>
        <p:nvPr/>
      </p:nvGrpSpPr>
      <p:grpSpPr bwMode="auto">
        <a:xfrm>
          <a:off x="0" y="0"/>
          <a:ext cx="0" cy="0"/>
          <a:chOff x="0" y="0"/>
          <a:chExt cx="0" cy="0"/>
        </a:xfrm>
      </p:grpSpPr>
      <p:cxnSp>
        <p:nvCxnSpPr>
          <p:cNvPr id="470420639" name="Conector recto 6"/>
          <p:cNvCxnSpPr/>
          <p:nvPr userDrawn="1"/>
        </p:nvCxnSpPr>
        <p:spPr bwMode="auto">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2087995964" name="Conector recto 7"/>
          <p:cNvCxnSpPr/>
          <p:nvPr userDrawn="1"/>
        </p:nvCxnSpPr>
        <p:spPr bwMode="auto">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72817800" name="Título 1"/>
          <p:cNvSpPr>
            <a:spLocks noGrp="1"/>
          </p:cNvSpPr>
          <p:nvPr>
            <p:ph type="title" hasCustomPrompt="1"/>
          </p:nvPr>
        </p:nvSpPr>
        <p:spPr bwMode="auto">
          <a:xfrm>
            <a:off x="3970117" y="185195"/>
            <a:ext cx="6930837" cy="1505492"/>
          </a:xfrm>
        </p:spPr>
        <p:txBody>
          <a:bodyPr rtlCol="0" anchor="b" anchorCtr="0">
            <a:noAutofit/>
          </a:bodyPr>
          <a:lstStyle>
            <a:lvl1pPr>
              <a:defRPr lang="es-ES" sz="3600"/>
            </a:lvl1pPr>
          </a:lstStyle>
          <a:p>
            <a:pPr rtl="0">
              <a:defRPr/>
            </a:pPr>
            <a:r>
              <a:rPr lang="es-ES"/>
              <a:t>Haga clic para agregar un título</a:t>
            </a:r>
            <a:endParaRPr/>
          </a:p>
        </p:txBody>
      </p:sp>
      <p:sp>
        <p:nvSpPr>
          <p:cNvPr id="293641440" name="Marcador de posición de imagen 11"/>
          <p:cNvSpPr>
            <a:spLocks noGrp="1"/>
          </p:cNvSpPr>
          <p:nvPr>
            <p:ph type="pic" sz="quarter" idx="10"/>
          </p:nvPr>
        </p:nvSpPr>
        <p:spPr bwMode="auto">
          <a:xfrm>
            <a:off x="-18788" y="-22860"/>
            <a:ext cx="3291840" cy="6903720"/>
          </a:xfrm>
        </p:spPr>
        <p:txBody>
          <a:bodyPr lIns="182880" tIns="274320" rIns="182880" rtlCol="0">
            <a:normAutofit/>
          </a:bodyPr>
          <a:lstStyle>
            <a:lvl1pPr marL="0" indent="0" algn="ctr">
              <a:buNone/>
              <a:defRPr lang="es-ES" sz="2000"/>
            </a:lvl1pPr>
          </a:lstStyle>
          <a:p>
            <a:pPr rtl="0">
              <a:defRPr/>
            </a:pPr>
            <a:r>
              <a:rPr lang="es-ES"/>
              <a:t>Haga clic en el icono para agregar una imagen</a:t>
            </a:r>
            <a:endParaRPr/>
          </a:p>
        </p:txBody>
      </p:sp>
      <p:sp>
        <p:nvSpPr>
          <p:cNvPr id="226908739" name="Marcador de contenido 3"/>
          <p:cNvSpPr>
            <a:spLocks noGrp="1"/>
          </p:cNvSpPr>
          <p:nvPr>
            <p:ph sz="half" idx="2" hasCustomPrompt="1"/>
          </p:nvPr>
        </p:nvSpPr>
        <p:spPr bwMode="auto">
          <a:xfrm>
            <a:off x="3970116" y="2022395"/>
            <a:ext cx="6941703" cy="4297680"/>
          </a:xfrm>
        </p:spPr>
        <p:txBody>
          <a:bodyPr rtlCol="0">
            <a:normAutofit/>
          </a:bodyPr>
          <a:lstStyle>
            <a:lvl1pPr marL="228600" indent="-228600">
              <a:spcBef>
                <a:spcPts val="1000"/>
              </a:spcBef>
              <a:spcAft>
                <a:spcPts val="1500"/>
              </a:spcAft>
              <a:buFont typeface="Arial"/>
              <a:buChar char="•"/>
              <a:defRPr lang="es-ES" sz="1800"/>
            </a:lvl1pPr>
            <a:lvl2pPr>
              <a:spcBef>
                <a:spcPts val="1000"/>
              </a:spcBef>
              <a:spcAft>
                <a:spcPts val="1500"/>
              </a:spcAft>
              <a:defRPr lang="es-ES" sz="1800"/>
            </a:lvl2pPr>
            <a:lvl3pPr>
              <a:spcBef>
                <a:spcPts val="1000"/>
              </a:spcBef>
              <a:spcAft>
                <a:spcPts val="1500"/>
              </a:spcAft>
              <a:defRPr lang="es-ES" sz="1800"/>
            </a:lvl3pPr>
            <a:lvl4pPr>
              <a:spcBef>
                <a:spcPts val="1000"/>
              </a:spcBef>
              <a:spcAft>
                <a:spcPts val="1500"/>
              </a:spcAft>
              <a:defRPr lang="es-ES" sz="1800"/>
            </a:lvl4pPr>
            <a:lvl5pPr>
              <a:spcBef>
                <a:spcPts val="1000"/>
              </a:spcBef>
              <a:spcAft>
                <a:spcPts val="1500"/>
              </a:spcAft>
              <a:defRPr lang="es-ES" sz="1800"/>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ítulo + subtítulo">
    <p:spTree>
      <p:nvGrpSpPr>
        <p:cNvPr id="1" name=""/>
        <p:cNvGrpSpPr/>
        <p:nvPr/>
      </p:nvGrpSpPr>
      <p:grpSpPr bwMode="auto">
        <a:xfrm>
          <a:off x="0" y="0"/>
          <a:ext cx="0" cy="0"/>
          <a:chOff x="0" y="0"/>
          <a:chExt cx="0" cy="0"/>
        </a:xfrm>
      </p:grpSpPr>
      <p:sp>
        <p:nvSpPr>
          <p:cNvPr id="1725868328" name="Forma libre 10"/>
          <p:cNvSpPr/>
          <p:nvPr userDrawn="1"/>
        </p:nvSpPr>
        <p:spPr bwMode="auto">
          <a:xfrm>
            <a:off x="0" y="0"/>
            <a:ext cx="7470792" cy="6858000"/>
          </a:xfrm>
          <a:custGeom>
            <a:avLst/>
            <a:gdLst>
              <a:gd name="connsiteX0" fmla="*/ 0 w 7470792"/>
              <a:gd name="connsiteY0" fmla="*/ 0 h 6858000"/>
              <a:gd name="connsiteX1" fmla="*/ 7470792 w 7470792"/>
              <a:gd name="connsiteY1" fmla="*/ 0 h 6858000"/>
              <a:gd name="connsiteX2" fmla="*/ 5633197 w 7470792"/>
              <a:gd name="connsiteY2" fmla="*/ 6858000 h 6858000"/>
              <a:gd name="connsiteX3" fmla="*/ 0 w 747079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70792" h="6858000" fill="norm" stroke="1" extrusionOk="0">
                <a:moveTo>
                  <a:pt x="0" y="0"/>
                </a:moveTo>
                <a:lnTo>
                  <a:pt x="7470792" y="0"/>
                </a:lnTo>
                <a:lnTo>
                  <a:pt x="5633197"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defRPr/>
            </a:pPr>
            <a:endParaRPr lang="es-ES">
              <a:ln>
                <a:noFill/>
              </a:ln>
            </a:endParaRPr>
          </a:p>
        </p:txBody>
      </p:sp>
      <p:cxnSp>
        <p:nvCxnSpPr>
          <p:cNvPr id="808447111" name="Conector recto 7"/>
          <p:cNvCxnSpPr/>
          <p:nvPr userDrawn="1"/>
        </p:nvCxnSpPr>
        <p:spPr bwMode="auto">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65906956" name="Conector recto 8"/>
          <p:cNvCxnSpPr/>
          <p:nvPr userDrawn="1"/>
        </p:nvCxnSpPr>
        <p:spPr bwMode="auto">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606350515" name="Conector recto 9"/>
          <p:cNvCxnSpPr/>
          <p:nvPr userDrawn="1"/>
        </p:nvCxnSpPr>
        <p:spPr bwMode="auto">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542168490" name="Conector recto 10"/>
          <p:cNvCxnSpPr/>
          <p:nvPr userDrawn="1"/>
        </p:nvCxnSpPr>
        <p:spPr bwMode="auto">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48909115" name="Conector recto 11"/>
          <p:cNvCxnSpPr/>
          <p:nvPr userDrawn="1"/>
        </p:nvCxnSpPr>
        <p:spPr bwMode="auto">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2050708141" name="Conector recto 12"/>
          <p:cNvCxnSpPr/>
          <p:nvPr userDrawn="1"/>
        </p:nvCxnSpPr>
        <p:spPr bwMode="auto">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88712113" name="Conector recto 13"/>
          <p:cNvCxnSpPr/>
          <p:nvPr userDrawn="1"/>
        </p:nvCxnSpPr>
        <p:spPr bwMode="auto">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299008848" name="Título 1"/>
          <p:cNvSpPr>
            <a:spLocks noGrp="1"/>
          </p:cNvSpPr>
          <p:nvPr>
            <p:ph type="ctrTitle" hasCustomPrompt="1"/>
          </p:nvPr>
        </p:nvSpPr>
        <p:spPr bwMode="auto">
          <a:xfrm>
            <a:off x="1524000" y="685800"/>
            <a:ext cx="9144000" cy="3136738"/>
          </a:xfrm>
        </p:spPr>
        <p:txBody>
          <a:bodyPr rtlCol="0" anchor="b">
            <a:noAutofit/>
          </a:bodyPr>
          <a:lstStyle>
            <a:lvl1pPr algn="ctr">
              <a:defRPr lang="es-ES" sz="4400"/>
            </a:lvl1pPr>
          </a:lstStyle>
          <a:p>
            <a:pPr rtl="0">
              <a:defRPr/>
            </a:pPr>
            <a:r>
              <a:rPr lang="es-ES"/>
              <a:t>Haga clic para agregar un título</a:t>
            </a:r>
            <a:endParaRPr/>
          </a:p>
        </p:txBody>
      </p:sp>
      <p:sp>
        <p:nvSpPr>
          <p:cNvPr id="1108893661" name="Subtítulo 2"/>
          <p:cNvSpPr>
            <a:spLocks noGrp="1"/>
          </p:cNvSpPr>
          <p:nvPr>
            <p:ph type="subTitle" idx="1" hasCustomPrompt="1"/>
          </p:nvPr>
        </p:nvSpPr>
        <p:spPr bwMode="auto">
          <a:xfrm>
            <a:off x="1524000" y="3978800"/>
            <a:ext cx="9144000" cy="1965960"/>
          </a:xfrm>
        </p:spPr>
        <p:txBody>
          <a:bodyPr rtlCol="0">
            <a:noAutofit/>
          </a:bodyPr>
          <a:lstStyle>
            <a:lvl1pPr marL="0" indent="0" algn="ctr">
              <a:buNone/>
              <a:defRPr lang="es-ES" sz="1800" b="1" cap="all">
                <a:solidFill>
                  <a:schemeClr val="accent2"/>
                </a:solidFill>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defRPr/>
            </a:pPr>
            <a:r>
              <a:rPr lang="es-ES"/>
              <a:t>Haga clic para agregar un subtítulo</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os contenidos 1">
    <p:spTree>
      <p:nvGrpSpPr>
        <p:cNvPr id="1" name=""/>
        <p:cNvGrpSpPr/>
        <p:nvPr/>
      </p:nvGrpSpPr>
      <p:grpSpPr bwMode="auto">
        <a:xfrm>
          <a:off x="0" y="0"/>
          <a:ext cx="0" cy="0"/>
          <a:chOff x="0" y="0"/>
          <a:chExt cx="0" cy="0"/>
        </a:xfrm>
      </p:grpSpPr>
      <p:cxnSp>
        <p:nvCxnSpPr>
          <p:cNvPr id="746339307" name="Conector recto 7"/>
          <p:cNvCxnSpPr/>
          <p:nvPr userDrawn="1"/>
        </p:nvCxnSpPr>
        <p:spPr bwMode="auto">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80316879" name="Conector recto 8"/>
          <p:cNvCxnSpPr/>
          <p:nvPr userDrawn="1"/>
        </p:nvCxnSpPr>
        <p:spPr bwMode="auto">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42061281" name="Conector recto 9"/>
          <p:cNvCxnSpPr/>
          <p:nvPr userDrawn="1"/>
        </p:nvCxnSpPr>
        <p:spPr bwMode="auto">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9771618" name="Conector recto 10"/>
          <p:cNvCxnSpPr/>
          <p:nvPr userDrawn="1"/>
        </p:nvCxnSpPr>
        <p:spPr bwMode="auto">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925658614" name="Conector recto 11"/>
          <p:cNvCxnSpPr/>
          <p:nvPr userDrawn="1"/>
        </p:nvCxnSpPr>
        <p:spPr bwMode="auto">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2061153633" name="Conector recto 12"/>
          <p:cNvCxnSpPr/>
          <p:nvPr userDrawn="1"/>
        </p:nvCxnSpPr>
        <p:spPr bwMode="auto">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524168358" name="Conector recto 13"/>
          <p:cNvCxnSpPr/>
          <p:nvPr userDrawn="1"/>
        </p:nvCxnSpPr>
        <p:spPr bwMode="auto">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361601947" name="Título 1"/>
          <p:cNvSpPr>
            <a:spLocks noGrp="1"/>
          </p:cNvSpPr>
          <p:nvPr>
            <p:ph type="title" hasCustomPrompt="1"/>
          </p:nvPr>
        </p:nvSpPr>
        <p:spPr bwMode="auto"/>
        <p:txBody>
          <a:bodyPr rtlCol="0" anchor="b" anchorCtr="0">
            <a:noAutofit/>
          </a:bodyPr>
          <a:lstStyle>
            <a:lvl1pPr>
              <a:defRPr lang="es-ES" sz="3600"/>
            </a:lvl1pPr>
          </a:lstStyle>
          <a:p>
            <a:pPr rtl="0">
              <a:defRPr/>
            </a:pPr>
            <a:r>
              <a:rPr lang="es-ES"/>
              <a:t>Haga clic para agregar un título</a:t>
            </a:r>
            <a:endParaRPr/>
          </a:p>
        </p:txBody>
      </p:sp>
      <p:sp>
        <p:nvSpPr>
          <p:cNvPr id="455690016" name="Marcador de contenido 3"/>
          <p:cNvSpPr>
            <a:spLocks noGrp="1"/>
          </p:cNvSpPr>
          <p:nvPr>
            <p:ph sz="half" idx="14" hasCustomPrompt="1"/>
          </p:nvPr>
        </p:nvSpPr>
        <p:spPr bwMode="auto">
          <a:xfrm>
            <a:off x="834961" y="2032663"/>
            <a:ext cx="4463005" cy="4067492"/>
          </a:xfrm>
        </p:spPr>
        <p:txBody>
          <a:bodyPr rtlCol="0">
            <a:normAutofit/>
          </a:bodyPr>
          <a:lstStyle>
            <a:lvl1pPr marL="0" indent="0">
              <a:spcBef>
                <a:spcPts val="1000"/>
              </a:spcBef>
              <a:spcAft>
                <a:spcPts val="500"/>
              </a:spcAft>
              <a:buNone/>
              <a:defRPr lang="es-ES" sz="1800"/>
            </a:lvl1pPr>
            <a:lvl2pPr marL="0">
              <a:spcBef>
                <a:spcPts val="1000"/>
              </a:spcBef>
              <a:spcAft>
                <a:spcPts val="500"/>
              </a:spcAft>
              <a:defRPr lang="es-ES" sz="1800"/>
            </a:lvl2pPr>
            <a:lvl3pPr marL="457200">
              <a:spcBef>
                <a:spcPts val="1000"/>
              </a:spcBef>
              <a:spcAft>
                <a:spcPts val="500"/>
              </a:spcAft>
              <a:defRPr lang="es-ES" sz="1800"/>
            </a:lvl3pPr>
            <a:lvl4pPr marL="685800">
              <a:spcBef>
                <a:spcPts val="1000"/>
              </a:spcBef>
              <a:spcAft>
                <a:spcPts val="500"/>
              </a:spcAft>
              <a:defRPr lang="es-ES" sz="1800"/>
            </a:lvl4pPr>
            <a:lvl5pPr marL="914400">
              <a:spcBef>
                <a:spcPts val="1000"/>
              </a:spcBef>
              <a:spcAft>
                <a:spcPts val="500"/>
              </a:spcAft>
              <a:defRPr lang="es-ES" sz="1800"/>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2001675383" name="Marcador de contenido 3"/>
          <p:cNvSpPr>
            <a:spLocks noGrp="1"/>
          </p:cNvSpPr>
          <p:nvPr>
            <p:ph sz="half" idx="13" hasCustomPrompt="1"/>
          </p:nvPr>
        </p:nvSpPr>
        <p:spPr bwMode="auto">
          <a:xfrm>
            <a:off x="6141720" y="2032663"/>
            <a:ext cx="5212080" cy="4067492"/>
          </a:xfrm>
        </p:spPr>
        <p:txBody>
          <a:bodyPr rtlCol="0">
            <a:normAutofit/>
          </a:bodyPr>
          <a:lstStyle>
            <a:lvl1pPr marL="0" indent="0">
              <a:spcBef>
                <a:spcPts val="1000"/>
              </a:spcBef>
              <a:spcAft>
                <a:spcPts val="500"/>
              </a:spcAft>
              <a:buNone/>
              <a:defRPr lang="es-ES" sz="1800"/>
            </a:lvl1pPr>
            <a:lvl2pPr marL="0">
              <a:spcBef>
                <a:spcPts val="1000"/>
              </a:spcBef>
              <a:spcAft>
                <a:spcPts val="500"/>
              </a:spcAft>
              <a:defRPr lang="es-ES" sz="1800"/>
            </a:lvl2pPr>
            <a:lvl3pPr marL="457200">
              <a:spcBef>
                <a:spcPts val="1000"/>
              </a:spcBef>
              <a:spcAft>
                <a:spcPts val="500"/>
              </a:spcAft>
              <a:defRPr lang="es-ES" sz="1800"/>
            </a:lvl3pPr>
            <a:lvl4pPr marL="685800">
              <a:spcBef>
                <a:spcPts val="1000"/>
              </a:spcBef>
              <a:spcAft>
                <a:spcPts val="500"/>
              </a:spcAft>
              <a:defRPr lang="es-ES" sz="1800"/>
            </a:lvl4pPr>
            <a:lvl5pPr marL="914400">
              <a:spcBef>
                <a:spcPts val="1000"/>
              </a:spcBef>
              <a:spcAft>
                <a:spcPts val="500"/>
              </a:spcAft>
              <a:defRPr lang="es-ES" sz="1800"/>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678126856" name="Marcador de fecha 4"/>
          <p:cNvSpPr>
            <a:spLocks noGrp="1"/>
          </p:cNvSpPr>
          <p:nvPr>
            <p:ph type="dt" sz="half" idx="10"/>
          </p:nvPr>
        </p:nvSpPr>
        <p:spPr bwMode="auto"/>
        <p:txBody>
          <a:bodyPr rtlCol="0"/>
          <a:lstStyle>
            <a:defPPr>
              <a:defRPr lang="es-ES"/>
            </a:defPPr>
          </a:lstStyle>
          <a:p>
            <a:pPr rtl="0">
              <a:defRPr/>
            </a:pPr>
            <a:fld id="{D6D8061D-18C3-4F4F-85EF-561633F58754}" type="datetimeFigureOut">
              <a:rPr lang="es-ES"/>
              <a:t>11/11/2025</a:t>
            </a:fld>
            <a:endParaRPr lang="es-ES"/>
          </a:p>
        </p:txBody>
      </p:sp>
      <p:sp>
        <p:nvSpPr>
          <p:cNvPr id="510443325" name="Marcador de pie de página 5"/>
          <p:cNvSpPr>
            <a:spLocks noGrp="1"/>
          </p:cNvSpPr>
          <p:nvPr>
            <p:ph type="ftr" sz="quarter" idx="11"/>
          </p:nvPr>
        </p:nvSpPr>
        <p:spPr bwMode="auto"/>
        <p:txBody>
          <a:bodyPr rtlCol="0"/>
          <a:lstStyle>
            <a:defPPr>
              <a:defRPr lang="es-ES"/>
            </a:defPPr>
          </a:lstStyle>
          <a:p>
            <a:pPr rtl="0">
              <a:defRPr/>
            </a:pPr>
            <a:endParaRPr lang="es-ES"/>
          </a:p>
        </p:txBody>
      </p:sp>
      <p:sp>
        <p:nvSpPr>
          <p:cNvPr id="1110383948" name="Marcador de número de diapositiva 6"/>
          <p:cNvSpPr>
            <a:spLocks noGrp="1"/>
          </p:cNvSpPr>
          <p:nvPr>
            <p:ph type="sldNum" sz="quarter" idx="12"/>
          </p:nvPr>
        </p:nvSpPr>
        <p:spPr bwMode="auto"/>
        <p:txBody>
          <a:bodyPr rtlCol="0"/>
          <a:lstStyle>
            <a:defPPr>
              <a:defRPr lang="es-ES"/>
            </a:defPPr>
          </a:lstStyle>
          <a:p>
            <a:pPr rtl="0">
              <a:defRPr/>
            </a:pPr>
            <a:fld id="{CBD12358-51D2-46B3-9BDE-DF29528B9454}" type="slidenum">
              <a:rPr lang="es-ES"/>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os contenidos 2">
    <p:spTree>
      <p:nvGrpSpPr>
        <p:cNvPr id="1" name=""/>
        <p:cNvGrpSpPr/>
        <p:nvPr/>
      </p:nvGrpSpPr>
      <p:grpSpPr bwMode="auto">
        <a:xfrm>
          <a:off x="0" y="0"/>
          <a:ext cx="0" cy="0"/>
          <a:chOff x="0" y="0"/>
          <a:chExt cx="0" cy="0"/>
        </a:xfrm>
      </p:grpSpPr>
      <p:cxnSp>
        <p:nvCxnSpPr>
          <p:cNvPr id="1730978013" name="Conector recto 7"/>
          <p:cNvCxnSpPr/>
          <p:nvPr userDrawn="1"/>
        </p:nvCxnSpPr>
        <p:spPr bwMode="auto">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730915519" name="Conector recto 8"/>
          <p:cNvCxnSpPr/>
          <p:nvPr userDrawn="1"/>
        </p:nvCxnSpPr>
        <p:spPr bwMode="auto">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72476823" name="Conector recto 9"/>
          <p:cNvCxnSpPr/>
          <p:nvPr userDrawn="1"/>
        </p:nvCxnSpPr>
        <p:spPr bwMode="auto">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627764118" name="Conector recto 10"/>
          <p:cNvCxnSpPr/>
          <p:nvPr userDrawn="1"/>
        </p:nvCxnSpPr>
        <p:spPr bwMode="auto">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2110865932" name="Conector recto 11"/>
          <p:cNvCxnSpPr/>
          <p:nvPr userDrawn="1"/>
        </p:nvCxnSpPr>
        <p:spPr bwMode="auto">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2011454678" name="Conector recto 12"/>
          <p:cNvCxnSpPr/>
          <p:nvPr userDrawn="1"/>
        </p:nvCxnSpPr>
        <p:spPr bwMode="auto">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80358845" name="Conector recto 13"/>
          <p:cNvCxnSpPr/>
          <p:nvPr userDrawn="1"/>
        </p:nvCxnSpPr>
        <p:spPr bwMode="auto">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500148684" name="Título 1"/>
          <p:cNvSpPr>
            <a:spLocks noGrp="1"/>
          </p:cNvSpPr>
          <p:nvPr>
            <p:ph type="title" hasCustomPrompt="1"/>
          </p:nvPr>
        </p:nvSpPr>
        <p:spPr bwMode="auto"/>
        <p:txBody>
          <a:bodyPr rtlCol="0" anchor="b" anchorCtr="0">
            <a:noAutofit/>
          </a:bodyPr>
          <a:lstStyle>
            <a:lvl1pPr>
              <a:defRPr lang="es-ES" sz="3600"/>
            </a:lvl1pPr>
          </a:lstStyle>
          <a:p>
            <a:pPr rtl="0">
              <a:defRPr/>
            </a:pPr>
            <a:r>
              <a:rPr lang="es-ES"/>
              <a:t>Haga clic para agregar un título</a:t>
            </a:r>
            <a:endParaRPr/>
          </a:p>
        </p:txBody>
      </p:sp>
      <p:sp>
        <p:nvSpPr>
          <p:cNvPr id="575750635" name="Marcador de contenido 3"/>
          <p:cNvSpPr>
            <a:spLocks noGrp="1"/>
          </p:cNvSpPr>
          <p:nvPr>
            <p:ph sz="half" idx="15" hasCustomPrompt="1"/>
          </p:nvPr>
        </p:nvSpPr>
        <p:spPr bwMode="auto">
          <a:xfrm>
            <a:off x="838198" y="2078963"/>
            <a:ext cx="3435628" cy="4067492"/>
          </a:xfrm>
        </p:spPr>
        <p:txBody>
          <a:bodyPr rtlCol="0">
            <a:normAutofit/>
          </a:bodyPr>
          <a:lstStyle>
            <a:lvl1pPr marL="457200" indent="-457200">
              <a:spcBef>
                <a:spcPts val="1000"/>
              </a:spcBef>
              <a:spcAft>
                <a:spcPts val="500"/>
              </a:spcAft>
              <a:buFont typeface="+mj-lt"/>
              <a:buAutoNum type="arabicPeriod"/>
              <a:defRPr lang="es-ES" sz="1800"/>
            </a:lvl1pPr>
            <a:lvl2pPr marL="914400" indent="-457200">
              <a:spcBef>
                <a:spcPts val="1000"/>
              </a:spcBef>
              <a:spcAft>
                <a:spcPts val="500"/>
              </a:spcAft>
              <a:buFont typeface="+mj-lt"/>
              <a:buAutoNum type="alphaLcPeriod"/>
              <a:defRPr lang="es-ES" sz="1800"/>
            </a:lvl2pPr>
            <a:lvl3pPr marL="1371600" indent="-457200">
              <a:spcBef>
                <a:spcPts val="1000"/>
              </a:spcBef>
              <a:spcAft>
                <a:spcPts val="500"/>
              </a:spcAft>
              <a:buFont typeface="+mj-lt"/>
              <a:buAutoNum type="arabicParenR"/>
              <a:defRPr lang="es-ES" sz="1800"/>
            </a:lvl3pPr>
            <a:lvl4pPr marL="1828800" indent="-457200">
              <a:spcBef>
                <a:spcPts val="1000"/>
              </a:spcBef>
              <a:spcAft>
                <a:spcPts val="500"/>
              </a:spcAft>
              <a:buFont typeface="+mj-lt"/>
              <a:buAutoNum type="alphaLcParenR"/>
              <a:defRPr lang="es-ES" sz="1800"/>
            </a:lvl4pPr>
            <a:lvl5pPr marL="2228850" indent="-457200">
              <a:spcBef>
                <a:spcPts val="1000"/>
              </a:spcBef>
              <a:spcAft>
                <a:spcPts val="500"/>
              </a:spcAft>
              <a:buFont typeface="+mj-lt"/>
              <a:buAutoNum type="romanLcPeriod"/>
              <a:defRPr lang="es-ES" sz="1800"/>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1194273449" name="Marcador de contenido 3"/>
          <p:cNvSpPr>
            <a:spLocks noGrp="1"/>
          </p:cNvSpPr>
          <p:nvPr>
            <p:ph sz="half" idx="14" hasCustomPrompt="1"/>
          </p:nvPr>
        </p:nvSpPr>
        <p:spPr bwMode="auto">
          <a:xfrm>
            <a:off x="4965539" y="2087315"/>
            <a:ext cx="6007261" cy="4067492"/>
          </a:xfrm>
        </p:spPr>
        <p:txBody>
          <a:bodyPr rtlCol="0">
            <a:normAutofit/>
          </a:bodyPr>
          <a:lstStyle>
            <a:lvl1pPr marL="0" indent="0">
              <a:spcBef>
                <a:spcPts val="1000"/>
              </a:spcBef>
              <a:spcAft>
                <a:spcPts val="0"/>
              </a:spcAft>
              <a:buNone/>
              <a:defRPr lang="es-ES" sz="1800"/>
            </a:lvl1pPr>
            <a:lvl2pPr marL="0">
              <a:spcBef>
                <a:spcPts val="1000"/>
              </a:spcBef>
              <a:spcAft>
                <a:spcPts val="500"/>
              </a:spcAft>
              <a:defRPr lang="es-ES" sz="1800"/>
            </a:lvl2pPr>
            <a:lvl3pPr marL="457200">
              <a:spcBef>
                <a:spcPts val="1000"/>
              </a:spcBef>
              <a:spcAft>
                <a:spcPts val="500"/>
              </a:spcAft>
              <a:defRPr lang="es-ES" sz="1800"/>
            </a:lvl3pPr>
            <a:lvl4pPr marL="685800">
              <a:spcBef>
                <a:spcPts val="1000"/>
              </a:spcBef>
              <a:spcAft>
                <a:spcPts val="500"/>
              </a:spcAft>
              <a:defRPr lang="es-ES" sz="1800"/>
            </a:lvl4pPr>
            <a:lvl5pPr marL="914400">
              <a:spcBef>
                <a:spcPts val="1000"/>
              </a:spcBef>
              <a:spcAft>
                <a:spcPts val="500"/>
              </a:spcAft>
              <a:defRPr lang="es-ES" sz="1800"/>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686996998" name="Marcador de fecha 4"/>
          <p:cNvSpPr>
            <a:spLocks noGrp="1"/>
          </p:cNvSpPr>
          <p:nvPr>
            <p:ph type="dt" sz="half" idx="10"/>
          </p:nvPr>
        </p:nvSpPr>
        <p:spPr bwMode="auto"/>
        <p:txBody>
          <a:bodyPr rtlCol="0"/>
          <a:lstStyle>
            <a:defPPr>
              <a:defRPr lang="es-ES"/>
            </a:defPPr>
          </a:lstStyle>
          <a:p>
            <a:pPr rtl="0">
              <a:defRPr/>
            </a:pPr>
            <a:fld id="{D6D8061D-18C3-4F4F-85EF-561633F58754}" type="datetimeFigureOut">
              <a:rPr lang="es-ES"/>
              <a:t>11/11/2025</a:t>
            </a:fld>
            <a:endParaRPr lang="es-ES"/>
          </a:p>
        </p:txBody>
      </p:sp>
      <p:sp>
        <p:nvSpPr>
          <p:cNvPr id="609369514" name="Marcador de pie de página 5"/>
          <p:cNvSpPr>
            <a:spLocks noGrp="1"/>
          </p:cNvSpPr>
          <p:nvPr>
            <p:ph type="ftr" sz="quarter" idx="11"/>
          </p:nvPr>
        </p:nvSpPr>
        <p:spPr bwMode="auto"/>
        <p:txBody>
          <a:bodyPr rtlCol="0"/>
          <a:lstStyle>
            <a:defPPr>
              <a:defRPr lang="es-ES"/>
            </a:defPPr>
          </a:lstStyle>
          <a:p>
            <a:pPr rtl="0">
              <a:defRPr/>
            </a:pPr>
            <a:endParaRPr lang="es-ES"/>
          </a:p>
        </p:txBody>
      </p:sp>
      <p:sp>
        <p:nvSpPr>
          <p:cNvPr id="841279509" name="Marcador de número de diapositiva 6"/>
          <p:cNvSpPr>
            <a:spLocks noGrp="1"/>
          </p:cNvSpPr>
          <p:nvPr>
            <p:ph type="sldNum" sz="quarter" idx="12"/>
          </p:nvPr>
        </p:nvSpPr>
        <p:spPr bwMode="auto"/>
        <p:txBody>
          <a:bodyPr rtlCol="0"/>
          <a:lstStyle>
            <a:defPPr>
              <a:defRPr lang="es-ES"/>
            </a:defPPr>
          </a:lstStyle>
          <a:p>
            <a:pPr rtl="0">
              <a:defRPr/>
            </a:pPr>
            <a:fld id="{CBD12358-51D2-46B3-9BDE-DF29528B9454}" type="slidenum">
              <a:rPr lang="es-ES"/>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ido + imagen ">
    <p:spTree>
      <p:nvGrpSpPr>
        <p:cNvPr id="1" name=""/>
        <p:cNvGrpSpPr/>
        <p:nvPr/>
      </p:nvGrpSpPr>
      <p:grpSpPr bwMode="auto">
        <a:xfrm>
          <a:off x="0" y="0"/>
          <a:ext cx="0" cy="0"/>
          <a:chOff x="0" y="0"/>
          <a:chExt cx="0" cy="0"/>
        </a:xfrm>
      </p:grpSpPr>
      <p:cxnSp>
        <p:nvCxnSpPr>
          <p:cNvPr id="630504128" name="Conector recto 3"/>
          <p:cNvCxnSpPr/>
          <p:nvPr userDrawn="1"/>
        </p:nvCxnSpPr>
        <p:spPr bwMode="auto">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08042183" name="Conector recto 8"/>
          <p:cNvCxnSpPr/>
          <p:nvPr userDrawn="1"/>
        </p:nvCxnSpPr>
        <p:spPr bwMode="auto">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589778601" name="Conector recto 9"/>
          <p:cNvCxnSpPr/>
          <p:nvPr userDrawn="1"/>
        </p:nvCxnSpPr>
        <p:spPr bwMode="auto">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897176101" name="Título 1"/>
          <p:cNvSpPr>
            <a:spLocks noGrp="1"/>
          </p:cNvSpPr>
          <p:nvPr>
            <p:ph type="title"/>
          </p:nvPr>
        </p:nvSpPr>
        <p:spPr bwMode="auto">
          <a:xfrm>
            <a:off x="838198" y="365125"/>
            <a:ext cx="6645965" cy="1325563"/>
          </a:xfrm>
        </p:spPr>
        <p:txBody>
          <a:bodyPr rtlCol="0" anchor="b" anchorCtr="0">
            <a:noAutofit/>
          </a:bodyPr>
          <a:lstStyle>
            <a:lvl1pPr>
              <a:defRPr lang="es-ES" sz="3600"/>
            </a:lvl1pPr>
          </a:lstStyle>
          <a:p>
            <a:pPr rtl="0">
              <a:defRPr/>
            </a:pPr>
            <a:endParaRPr lang="es-ES"/>
          </a:p>
        </p:txBody>
      </p:sp>
      <p:sp>
        <p:nvSpPr>
          <p:cNvPr id="448955227" name="Marcador de contenido 2"/>
          <p:cNvSpPr>
            <a:spLocks noGrp="1"/>
          </p:cNvSpPr>
          <p:nvPr>
            <p:ph sz="half" idx="1" hasCustomPrompt="1"/>
          </p:nvPr>
        </p:nvSpPr>
        <p:spPr bwMode="auto">
          <a:xfrm>
            <a:off x="838201" y="2055813"/>
            <a:ext cx="5781261" cy="4067492"/>
          </a:xfrm>
        </p:spPr>
        <p:txBody>
          <a:bodyPr rtlCol="0">
            <a:normAutofit/>
          </a:bodyPr>
          <a:lstStyle>
            <a:lvl1pPr marL="0" indent="0">
              <a:spcBef>
                <a:spcPts val="1000"/>
              </a:spcBef>
              <a:spcAft>
                <a:spcPts val="500"/>
              </a:spcAft>
              <a:buNone/>
              <a:defRPr lang="es-ES" sz="1800"/>
            </a:lvl1pPr>
            <a:lvl2pPr>
              <a:spcBef>
                <a:spcPts val="1000"/>
              </a:spcBef>
              <a:spcAft>
                <a:spcPts val="500"/>
              </a:spcAft>
              <a:defRPr lang="es-ES" sz="1600"/>
            </a:lvl2pPr>
            <a:lvl3pPr>
              <a:spcBef>
                <a:spcPts val="1000"/>
              </a:spcBef>
              <a:spcAft>
                <a:spcPts val="500"/>
              </a:spcAft>
              <a:defRPr lang="es-ES" sz="1400"/>
            </a:lvl3pPr>
            <a:lvl4pPr>
              <a:spcBef>
                <a:spcPts val="1000"/>
              </a:spcBef>
              <a:spcAft>
                <a:spcPts val="500"/>
              </a:spcAft>
              <a:defRPr lang="es-ES" sz="1200"/>
            </a:lvl4pPr>
            <a:lvl5pPr>
              <a:spcBef>
                <a:spcPts val="1000"/>
              </a:spcBef>
              <a:spcAft>
                <a:spcPts val="500"/>
              </a:spcAft>
              <a:defRPr lang="es-ES" sz="1200"/>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1644654096" name="Marcador de posición de imagen 7"/>
          <p:cNvSpPr>
            <a:spLocks noGrp="1"/>
          </p:cNvSpPr>
          <p:nvPr>
            <p:ph type="pic" sz="quarter" idx="13"/>
          </p:nvPr>
        </p:nvSpPr>
        <p:spPr bwMode="auto">
          <a:xfrm>
            <a:off x="7566991" y="-22860"/>
            <a:ext cx="4625008" cy="6903720"/>
          </a:xfrm>
        </p:spPr>
        <p:txBody>
          <a:bodyPr tIns="274320" rtlCol="0">
            <a:normAutofit/>
          </a:bodyPr>
          <a:lstStyle>
            <a:lvl1pPr marL="0" indent="0" algn="ctr">
              <a:buNone/>
              <a:defRPr lang="es-ES" sz="2000"/>
            </a:lvl1pPr>
          </a:lstStyle>
          <a:p>
            <a:pPr rtl="0">
              <a:defRPr/>
            </a:pPr>
            <a:r>
              <a:rPr lang="es-ES"/>
              <a:t>Haga clic en el icono para agregar una imagen</a:t>
            </a:r>
            <a:endParaRPr/>
          </a:p>
        </p:txBody>
      </p:sp>
      <p:sp>
        <p:nvSpPr>
          <p:cNvPr id="1813809419" name="Marcador de fecha 4"/>
          <p:cNvSpPr>
            <a:spLocks noGrp="1"/>
          </p:cNvSpPr>
          <p:nvPr>
            <p:ph type="dt" sz="half" idx="10"/>
          </p:nvPr>
        </p:nvSpPr>
        <p:spPr bwMode="auto"/>
        <p:txBody>
          <a:bodyPr rtlCol="0"/>
          <a:lstStyle>
            <a:defPPr>
              <a:defRPr lang="es-ES"/>
            </a:defPPr>
          </a:lstStyle>
          <a:p>
            <a:pPr rtl="0">
              <a:defRPr/>
            </a:pPr>
            <a:fld id="{D6D8061D-18C3-4F4F-85EF-561633F58754}" type="datetimeFigureOut">
              <a:rPr lang="es-ES"/>
              <a:t>11/11/2025</a:t>
            </a:fld>
            <a:endParaRPr lang="es-ES"/>
          </a:p>
        </p:txBody>
      </p:sp>
      <p:sp>
        <p:nvSpPr>
          <p:cNvPr id="560146551" name="Marcador de pie de página 5"/>
          <p:cNvSpPr>
            <a:spLocks noGrp="1"/>
          </p:cNvSpPr>
          <p:nvPr>
            <p:ph type="ftr" sz="quarter" idx="11"/>
          </p:nvPr>
        </p:nvSpPr>
        <p:spPr bwMode="auto"/>
        <p:txBody>
          <a:bodyPr rtlCol="0"/>
          <a:lstStyle>
            <a:defPPr>
              <a:defRPr lang="es-ES"/>
            </a:defPPr>
          </a:lstStyle>
          <a:p>
            <a:pPr rtl="0">
              <a:defRPr/>
            </a:pPr>
            <a:endParaRPr lang="es-ES"/>
          </a:p>
        </p:txBody>
      </p:sp>
      <p:sp>
        <p:nvSpPr>
          <p:cNvPr id="1822479179" name="Marcador de número de diapositiva 6"/>
          <p:cNvSpPr>
            <a:spLocks noGrp="1"/>
          </p:cNvSpPr>
          <p:nvPr>
            <p:ph type="sldNum" sz="quarter" idx="12"/>
          </p:nvPr>
        </p:nvSpPr>
        <p:spPr bwMode="auto"/>
        <p:txBody>
          <a:bodyPr rtlCol="0"/>
          <a:lstStyle>
            <a:defPPr>
              <a:defRPr lang="es-ES"/>
            </a:defPPr>
          </a:lstStyle>
          <a:p>
            <a:pPr rtl="0">
              <a:defRPr/>
            </a:pPr>
            <a:fld id="{CBD12358-51D2-46B3-9BDE-DF29528B9454}" type="slidenum">
              <a:rPr lang="es-ES"/>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ido + tabla">
    <p:spTree>
      <p:nvGrpSpPr>
        <p:cNvPr id="1" name=""/>
        <p:cNvGrpSpPr/>
        <p:nvPr/>
      </p:nvGrpSpPr>
      <p:grpSpPr bwMode="auto">
        <a:xfrm>
          <a:off x="0" y="0"/>
          <a:ext cx="0" cy="0"/>
          <a:chOff x="0" y="0"/>
          <a:chExt cx="0" cy="0"/>
        </a:xfrm>
      </p:grpSpPr>
      <p:cxnSp>
        <p:nvCxnSpPr>
          <p:cNvPr id="1711738757" name="Conector recto 3"/>
          <p:cNvCxnSpPr/>
          <p:nvPr userDrawn="1"/>
        </p:nvCxnSpPr>
        <p:spPr bwMode="auto">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22585649" name="Conector recto 8"/>
          <p:cNvCxnSpPr/>
          <p:nvPr userDrawn="1"/>
        </p:nvCxnSpPr>
        <p:spPr bwMode="auto">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26835213" name="Conector recto 9"/>
          <p:cNvCxnSpPr/>
          <p:nvPr userDrawn="1"/>
        </p:nvCxnSpPr>
        <p:spPr bwMode="auto">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95975730" name="Conector recto 10"/>
          <p:cNvCxnSpPr/>
          <p:nvPr userDrawn="1"/>
        </p:nvCxnSpPr>
        <p:spPr bwMode="auto">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764968426" name="Conector recto 11"/>
          <p:cNvCxnSpPr/>
          <p:nvPr userDrawn="1"/>
        </p:nvCxnSpPr>
        <p:spPr bwMode="auto">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792488484" name="Conector recto 12"/>
          <p:cNvCxnSpPr/>
          <p:nvPr userDrawn="1"/>
        </p:nvCxnSpPr>
        <p:spPr bwMode="auto">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64662762" name="Conector recto 13"/>
          <p:cNvCxnSpPr/>
          <p:nvPr userDrawn="1"/>
        </p:nvCxnSpPr>
        <p:spPr bwMode="auto">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326293739" name="Título 1"/>
          <p:cNvSpPr>
            <a:spLocks noGrp="1"/>
          </p:cNvSpPr>
          <p:nvPr>
            <p:ph type="title" hasCustomPrompt="1"/>
          </p:nvPr>
        </p:nvSpPr>
        <p:spPr bwMode="auto">
          <a:xfrm>
            <a:off x="838200" y="365125"/>
            <a:ext cx="10330404" cy="1325563"/>
          </a:xfrm>
        </p:spPr>
        <p:txBody>
          <a:bodyPr rtlCol="0" anchor="b" anchorCtr="0">
            <a:noAutofit/>
          </a:bodyPr>
          <a:lstStyle>
            <a:lvl1pPr>
              <a:defRPr lang="es-ES" sz="3600"/>
            </a:lvl1pPr>
          </a:lstStyle>
          <a:p>
            <a:pPr rtl="0">
              <a:defRPr/>
            </a:pPr>
            <a:r>
              <a:rPr lang="es-ES"/>
              <a:t>Haga clic para agregar un título</a:t>
            </a:r>
            <a:endParaRPr/>
          </a:p>
        </p:txBody>
      </p:sp>
      <p:sp>
        <p:nvSpPr>
          <p:cNvPr id="635030674" name="Marcador de contenido 2"/>
          <p:cNvSpPr>
            <a:spLocks noGrp="1"/>
          </p:cNvSpPr>
          <p:nvPr>
            <p:ph sz="half" idx="1" hasCustomPrompt="1"/>
          </p:nvPr>
        </p:nvSpPr>
        <p:spPr bwMode="auto">
          <a:xfrm>
            <a:off x="838200" y="2137059"/>
            <a:ext cx="2816352" cy="3986246"/>
          </a:xfrm>
        </p:spPr>
        <p:txBody>
          <a:bodyPr rtlCol="0">
            <a:normAutofit/>
          </a:bodyPr>
          <a:lstStyle>
            <a:lvl1pPr marL="0" indent="0">
              <a:spcBef>
                <a:spcPts val="1000"/>
              </a:spcBef>
              <a:spcAft>
                <a:spcPts val="500"/>
              </a:spcAft>
              <a:buNone/>
              <a:defRPr lang="es-ES" sz="1800"/>
            </a:lvl1pPr>
            <a:lvl2pPr>
              <a:spcBef>
                <a:spcPts val="1000"/>
              </a:spcBef>
              <a:spcAft>
                <a:spcPts val="500"/>
              </a:spcAft>
              <a:defRPr lang="es-ES" sz="1600"/>
            </a:lvl2pPr>
            <a:lvl3pPr>
              <a:spcBef>
                <a:spcPts val="1000"/>
              </a:spcBef>
              <a:spcAft>
                <a:spcPts val="500"/>
              </a:spcAft>
              <a:defRPr lang="es-ES" sz="1400"/>
            </a:lvl3pPr>
            <a:lvl4pPr>
              <a:spcBef>
                <a:spcPts val="1000"/>
              </a:spcBef>
              <a:spcAft>
                <a:spcPts val="500"/>
              </a:spcAft>
              <a:defRPr lang="es-ES" sz="1200"/>
            </a:lvl4pPr>
            <a:lvl5pPr>
              <a:spcBef>
                <a:spcPts val="1000"/>
              </a:spcBef>
              <a:spcAft>
                <a:spcPts val="500"/>
              </a:spcAft>
              <a:defRPr lang="es-ES" sz="1200"/>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150853517" name="Marcador de posición de tabla 7"/>
          <p:cNvSpPr>
            <a:spLocks noGrp="1"/>
          </p:cNvSpPr>
          <p:nvPr>
            <p:ph type="tbl" sz="quarter" idx="13"/>
          </p:nvPr>
        </p:nvSpPr>
        <p:spPr bwMode="auto">
          <a:xfrm>
            <a:off x="4109014" y="2137059"/>
            <a:ext cx="7059592" cy="3986245"/>
          </a:xfrm>
        </p:spPr>
        <p:txBody>
          <a:bodyPr rtlCol="0">
            <a:normAutofit/>
          </a:bodyPr>
          <a:lstStyle>
            <a:lvl1pPr marL="0" indent="0" algn="ctr">
              <a:buNone/>
              <a:defRPr lang="es-ES" sz="2000"/>
            </a:lvl1pPr>
          </a:lstStyle>
          <a:p>
            <a:pPr rtl="0">
              <a:defRPr/>
            </a:pPr>
            <a:r>
              <a:rPr lang="es-ES"/>
              <a:t>Haga clic en el icono para agregar una tabla</a:t>
            </a:r>
            <a:endParaRPr/>
          </a:p>
        </p:txBody>
      </p:sp>
      <p:sp>
        <p:nvSpPr>
          <p:cNvPr id="1761222136" name="Marcador de fecha 4"/>
          <p:cNvSpPr>
            <a:spLocks noGrp="1"/>
          </p:cNvSpPr>
          <p:nvPr>
            <p:ph type="dt" sz="half" idx="10"/>
          </p:nvPr>
        </p:nvSpPr>
        <p:spPr bwMode="auto"/>
        <p:txBody>
          <a:bodyPr rtlCol="0"/>
          <a:lstStyle>
            <a:defPPr>
              <a:defRPr lang="es-ES"/>
            </a:defPPr>
          </a:lstStyle>
          <a:p>
            <a:pPr rtl="0">
              <a:defRPr/>
            </a:pPr>
            <a:fld id="{D6D8061D-18C3-4F4F-85EF-561633F58754}" type="datetimeFigureOut">
              <a:rPr lang="es-ES"/>
              <a:t>11/11/2025</a:t>
            </a:fld>
            <a:endParaRPr lang="es-ES"/>
          </a:p>
        </p:txBody>
      </p:sp>
      <p:sp>
        <p:nvSpPr>
          <p:cNvPr id="1341930518" name="Marcador de pie de página 5"/>
          <p:cNvSpPr>
            <a:spLocks noGrp="1"/>
          </p:cNvSpPr>
          <p:nvPr>
            <p:ph type="ftr" sz="quarter" idx="11"/>
          </p:nvPr>
        </p:nvSpPr>
        <p:spPr bwMode="auto"/>
        <p:txBody>
          <a:bodyPr rtlCol="0"/>
          <a:lstStyle>
            <a:defPPr>
              <a:defRPr lang="es-ES"/>
            </a:defPPr>
          </a:lstStyle>
          <a:p>
            <a:pPr rtl="0">
              <a:defRPr/>
            </a:pPr>
            <a:endParaRPr lang="es-ES"/>
          </a:p>
        </p:txBody>
      </p:sp>
      <p:sp>
        <p:nvSpPr>
          <p:cNvPr id="276012008" name="Marcador de número de diapositiva 6"/>
          <p:cNvSpPr>
            <a:spLocks noGrp="1"/>
          </p:cNvSpPr>
          <p:nvPr>
            <p:ph type="sldNum" sz="quarter" idx="12"/>
          </p:nvPr>
        </p:nvSpPr>
        <p:spPr bwMode="auto"/>
        <p:txBody>
          <a:bodyPr rtlCol="0"/>
          <a:lstStyle>
            <a:defPPr>
              <a:defRPr lang="es-ES"/>
            </a:defPPr>
          </a:lstStyle>
          <a:p>
            <a:pPr rtl="0">
              <a:defRPr/>
            </a:pPr>
            <a:fld id="{CBD12358-51D2-46B3-9BDE-DF29528B9454}" type="slidenum">
              <a:rPr lang="es-ES"/>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os contenidos 3">
    <p:spTree>
      <p:nvGrpSpPr>
        <p:cNvPr id="1" name=""/>
        <p:cNvGrpSpPr/>
        <p:nvPr/>
      </p:nvGrpSpPr>
      <p:grpSpPr bwMode="auto">
        <a:xfrm>
          <a:off x="0" y="0"/>
          <a:ext cx="0" cy="0"/>
          <a:chOff x="0" y="0"/>
          <a:chExt cx="0" cy="0"/>
        </a:xfrm>
      </p:grpSpPr>
      <p:cxnSp>
        <p:nvCxnSpPr>
          <p:cNvPr id="1787810020" name="Conector recto 7"/>
          <p:cNvCxnSpPr/>
          <p:nvPr userDrawn="1"/>
        </p:nvCxnSpPr>
        <p:spPr bwMode="auto">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694599369" name="Conector recto 8"/>
          <p:cNvCxnSpPr/>
          <p:nvPr userDrawn="1"/>
        </p:nvCxnSpPr>
        <p:spPr bwMode="auto">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592555481" name="Conector recto 9"/>
          <p:cNvCxnSpPr/>
          <p:nvPr userDrawn="1"/>
        </p:nvCxnSpPr>
        <p:spPr bwMode="auto">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899422860" name="Conector recto 10"/>
          <p:cNvCxnSpPr/>
          <p:nvPr userDrawn="1"/>
        </p:nvCxnSpPr>
        <p:spPr bwMode="auto">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857851582" name="Conector recto 11"/>
          <p:cNvCxnSpPr/>
          <p:nvPr userDrawn="1"/>
        </p:nvCxnSpPr>
        <p:spPr bwMode="auto">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71396021" name="Conector recto 12"/>
          <p:cNvCxnSpPr/>
          <p:nvPr userDrawn="1"/>
        </p:nvCxnSpPr>
        <p:spPr bwMode="auto">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71057895" name="Conector recto 13"/>
          <p:cNvCxnSpPr/>
          <p:nvPr userDrawn="1"/>
        </p:nvCxnSpPr>
        <p:spPr bwMode="auto">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720000952" name="Título 1"/>
          <p:cNvSpPr>
            <a:spLocks noGrp="1"/>
          </p:cNvSpPr>
          <p:nvPr>
            <p:ph type="title" hasCustomPrompt="1"/>
          </p:nvPr>
        </p:nvSpPr>
        <p:spPr bwMode="auto"/>
        <p:txBody>
          <a:bodyPr rtlCol="0" anchor="b" anchorCtr="0">
            <a:noAutofit/>
          </a:bodyPr>
          <a:lstStyle>
            <a:lvl1pPr>
              <a:defRPr lang="es-ES" sz="3600"/>
            </a:lvl1pPr>
          </a:lstStyle>
          <a:p>
            <a:pPr rtl="0">
              <a:defRPr/>
            </a:pPr>
            <a:r>
              <a:rPr lang="es-ES"/>
              <a:t>Haga clic para agregar un título</a:t>
            </a:r>
            <a:endParaRPr/>
          </a:p>
        </p:txBody>
      </p:sp>
      <p:sp>
        <p:nvSpPr>
          <p:cNvPr id="1327291043" name="Marcador de contenido 3"/>
          <p:cNvSpPr>
            <a:spLocks noGrp="1"/>
          </p:cNvSpPr>
          <p:nvPr>
            <p:ph sz="half" idx="14" hasCustomPrompt="1"/>
          </p:nvPr>
        </p:nvSpPr>
        <p:spPr bwMode="auto">
          <a:xfrm>
            <a:off x="838200" y="1987669"/>
            <a:ext cx="6974711" cy="4297679"/>
          </a:xfrm>
        </p:spPr>
        <p:txBody>
          <a:bodyPr rtlCol="0">
            <a:normAutofit/>
          </a:bodyPr>
          <a:lstStyle>
            <a:lvl1pPr marL="0" indent="0">
              <a:spcBef>
                <a:spcPts val="1000"/>
              </a:spcBef>
              <a:spcAft>
                <a:spcPts val="0"/>
              </a:spcAft>
              <a:buNone/>
              <a:defRPr lang="es-ES" sz="1800"/>
            </a:lvl1pPr>
            <a:lvl2pPr>
              <a:spcBef>
                <a:spcPts val="1000"/>
              </a:spcBef>
              <a:spcAft>
                <a:spcPts val="500"/>
              </a:spcAft>
              <a:defRPr lang="es-ES" sz="1800"/>
            </a:lvl2pPr>
            <a:lvl3pPr>
              <a:spcBef>
                <a:spcPts val="1000"/>
              </a:spcBef>
              <a:spcAft>
                <a:spcPts val="500"/>
              </a:spcAft>
              <a:defRPr lang="es-ES" sz="1800"/>
            </a:lvl3pPr>
            <a:lvl4pPr>
              <a:spcBef>
                <a:spcPts val="1000"/>
              </a:spcBef>
              <a:spcAft>
                <a:spcPts val="500"/>
              </a:spcAft>
              <a:defRPr lang="es-ES" sz="1800"/>
            </a:lvl4pPr>
            <a:lvl5pPr>
              <a:spcBef>
                <a:spcPts val="1000"/>
              </a:spcBef>
              <a:spcAft>
                <a:spcPts val="500"/>
              </a:spcAft>
              <a:defRPr lang="es-ES" sz="1800"/>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1241423203" name="Marcador de contenido 3"/>
          <p:cNvSpPr>
            <a:spLocks noGrp="1"/>
          </p:cNvSpPr>
          <p:nvPr>
            <p:ph sz="half" idx="2" hasCustomPrompt="1"/>
          </p:nvPr>
        </p:nvSpPr>
        <p:spPr bwMode="auto">
          <a:xfrm>
            <a:off x="7917085" y="1987670"/>
            <a:ext cx="3436716" cy="4297680"/>
          </a:xfrm>
        </p:spPr>
        <p:txBody>
          <a:bodyPr rtlCol="0">
            <a:normAutofit/>
          </a:bodyPr>
          <a:lstStyle>
            <a:lvl1pPr marL="0" indent="0">
              <a:spcBef>
                <a:spcPts val="1000"/>
              </a:spcBef>
              <a:spcAft>
                <a:spcPts val="500"/>
              </a:spcAft>
              <a:buNone/>
              <a:defRPr lang="es-ES" sz="1800"/>
            </a:lvl1pPr>
            <a:lvl2pPr>
              <a:spcBef>
                <a:spcPts val="1000"/>
              </a:spcBef>
              <a:spcAft>
                <a:spcPts val="500"/>
              </a:spcAft>
              <a:defRPr lang="es-ES" sz="1600"/>
            </a:lvl2pPr>
            <a:lvl3pPr>
              <a:spcBef>
                <a:spcPts val="1000"/>
              </a:spcBef>
              <a:spcAft>
                <a:spcPts val="500"/>
              </a:spcAft>
              <a:defRPr lang="es-ES" sz="1400"/>
            </a:lvl3pPr>
            <a:lvl4pPr>
              <a:spcBef>
                <a:spcPts val="1000"/>
              </a:spcBef>
              <a:spcAft>
                <a:spcPts val="500"/>
              </a:spcAft>
              <a:defRPr lang="es-ES" sz="1200"/>
            </a:lvl4pPr>
            <a:lvl5pPr>
              <a:spcBef>
                <a:spcPts val="1000"/>
              </a:spcBef>
              <a:spcAft>
                <a:spcPts val="500"/>
              </a:spcAft>
              <a:defRPr lang="es-ES" sz="1200"/>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1118440859" name="Marcador de fecha 4"/>
          <p:cNvSpPr>
            <a:spLocks noGrp="1"/>
          </p:cNvSpPr>
          <p:nvPr>
            <p:ph type="dt" sz="half" idx="10"/>
          </p:nvPr>
        </p:nvSpPr>
        <p:spPr bwMode="auto"/>
        <p:txBody>
          <a:bodyPr rtlCol="0"/>
          <a:lstStyle>
            <a:defPPr>
              <a:defRPr lang="es-ES"/>
            </a:defPPr>
          </a:lstStyle>
          <a:p>
            <a:pPr rtl="0">
              <a:defRPr/>
            </a:pPr>
            <a:fld id="{D6D8061D-18C3-4F4F-85EF-561633F58754}" type="datetimeFigureOut">
              <a:rPr lang="es-ES"/>
              <a:t>11/11/2025</a:t>
            </a:fld>
            <a:endParaRPr lang="es-ES"/>
          </a:p>
        </p:txBody>
      </p:sp>
      <p:sp>
        <p:nvSpPr>
          <p:cNvPr id="421512915" name="Marcador de pie de página 5"/>
          <p:cNvSpPr>
            <a:spLocks noGrp="1"/>
          </p:cNvSpPr>
          <p:nvPr>
            <p:ph type="ftr" sz="quarter" idx="11"/>
          </p:nvPr>
        </p:nvSpPr>
        <p:spPr bwMode="auto"/>
        <p:txBody>
          <a:bodyPr rtlCol="0"/>
          <a:lstStyle>
            <a:defPPr>
              <a:defRPr lang="es-ES"/>
            </a:defPPr>
          </a:lstStyle>
          <a:p>
            <a:pPr rtl="0">
              <a:defRPr/>
            </a:pPr>
            <a:endParaRPr lang="es-ES"/>
          </a:p>
        </p:txBody>
      </p:sp>
      <p:sp>
        <p:nvSpPr>
          <p:cNvPr id="686036683" name="Marcador de número de diapositiva 6"/>
          <p:cNvSpPr>
            <a:spLocks noGrp="1"/>
          </p:cNvSpPr>
          <p:nvPr>
            <p:ph type="sldNum" sz="quarter" idx="12"/>
          </p:nvPr>
        </p:nvSpPr>
        <p:spPr bwMode="auto"/>
        <p:txBody>
          <a:bodyPr rtlCol="0"/>
          <a:lstStyle>
            <a:defPPr>
              <a:defRPr lang="es-ES"/>
            </a:defPPr>
          </a:lstStyle>
          <a:p>
            <a:pPr rtl="0">
              <a:defRPr/>
            </a:pPr>
            <a:fld id="{CBD12358-51D2-46B3-9BDE-DF29528B9454}" type="slidenum">
              <a:rPr lang="es-ES"/>
              <a:t>‹Nº›</a:t>
            </a:fld>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abla">
    <p:spTree>
      <p:nvGrpSpPr>
        <p:cNvPr id="1" name=""/>
        <p:cNvGrpSpPr/>
        <p:nvPr/>
      </p:nvGrpSpPr>
      <p:grpSpPr bwMode="auto">
        <a:xfrm>
          <a:off x="0" y="0"/>
          <a:ext cx="0" cy="0"/>
          <a:chOff x="0" y="0"/>
          <a:chExt cx="0" cy="0"/>
        </a:xfrm>
      </p:grpSpPr>
      <p:cxnSp>
        <p:nvCxnSpPr>
          <p:cNvPr id="2011307490" name="Conector recto 2"/>
          <p:cNvCxnSpPr/>
          <p:nvPr userDrawn="1"/>
        </p:nvCxnSpPr>
        <p:spPr bwMode="auto">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637051882" name="Conector recto 6"/>
          <p:cNvCxnSpPr/>
          <p:nvPr userDrawn="1"/>
        </p:nvCxnSpPr>
        <p:spPr bwMode="auto">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29092179" name="Conector recto 8"/>
          <p:cNvCxnSpPr/>
          <p:nvPr userDrawn="1"/>
        </p:nvCxnSpPr>
        <p:spPr bwMode="auto">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46567568" name="Conector recto 9"/>
          <p:cNvCxnSpPr/>
          <p:nvPr userDrawn="1"/>
        </p:nvCxnSpPr>
        <p:spPr bwMode="auto">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5448060" name="Conector recto 10"/>
          <p:cNvCxnSpPr/>
          <p:nvPr userDrawn="1"/>
        </p:nvCxnSpPr>
        <p:spPr bwMode="auto">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592658484" name="Conector recto 11"/>
          <p:cNvCxnSpPr/>
          <p:nvPr userDrawn="1"/>
        </p:nvCxnSpPr>
        <p:spPr bwMode="auto">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69536460" name="Conector recto 12"/>
          <p:cNvCxnSpPr/>
          <p:nvPr userDrawn="1"/>
        </p:nvCxnSpPr>
        <p:spPr bwMode="auto">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455766105" name="Título 1"/>
          <p:cNvSpPr>
            <a:spLocks noGrp="1"/>
          </p:cNvSpPr>
          <p:nvPr>
            <p:ph type="title" hasCustomPrompt="1"/>
          </p:nvPr>
        </p:nvSpPr>
        <p:spPr bwMode="auto"/>
        <p:txBody>
          <a:bodyPr rtlCol="0" anchor="b" anchorCtr="0">
            <a:noAutofit/>
          </a:bodyPr>
          <a:lstStyle>
            <a:lvl1pPr>
              <a:defRPr lang="es-ES" sz="3600"/>
            </a:lvl1pPr>
          </a:lstStyle>
          <a:p>
            <a:pPr rtl="0">
              <a:defRPr/>
            </a:pPr>
            <a:r>
              <a:rPr lang="es-ES"/>
              <a:t>Haga clic para agregar un título</a:t>
            </a:r>
            <a:endParaRPr/>
          </a:p>
        </p:txBody>
      </p:sp>
      <p:sp>
        <p:nvSpPr>
          <p:cNvPr id="994787852" name="Marcador de posición de tabla 7"/>
          <p:cNvSpPr>
            <a:spLocks noGrp="1"/>
          </p:cNvSpPr>
          <p:nvPr>
            <p:ph type="tbl" sz="quarter" idx="13"/>
          </p:nvPr>
        </p:nvSpPr>
        <p:spPr bwMode="auto">
          <a:xfrm>
            <a:off x="838198" y="2125262"/>
            <a:ext cx="10515600" cy="3675944"/>
          </a:xfrm>
        </p:spPr>
        <p:txBody>
          <a:bodyPr rtlCol="0">
            <a:normAutofit/>
          </a:bodyPr>
          <a:lstStyle>
            <a:lvl1pPr marL="0" indent="0" algn="ctr">
              <a:buNone/>
              <a:defRPr lang="es-ES" sz="2000"/>
            </a:lvl1pPr>
          </a:lstStyle>
          <a:p>
            <a:pPr rtl="0">
              <a:defRPr/>
            </a:pPr>
            <a:r>
              <a:rPr lang="es-ES"/>
              <a:t>Haga clic en el icono para agregar una tabla</a:t>
            </a:r>
            <a:endParaRPr/>
          </a:p>
        </p:txBody>
      </p:sp>
      <p:sp>
        <p:nvSpPr>
          <p:cNvPr id="888250444" name="Marcador de fecha 3"/>
          <p:cNvSpPr>
            <a:spLocks noGrp="1"/>
          </p:cNvSpPr>
          <p:nvPr>
            <p:ph type="dt" sz="half" idx="10"/>
          </p:nvPr>
        </p:nvSpPr>
        <p:spPr bwMode="auto"/>
        <p:txBody>
          <a:bodyPr rtlCol="0"/>
          <a:lstStyle>
            <a:defPPr>
              <a:defRPr lang="es-ES"/>
            </a:defPPr>
          </a:lstStyle>
          <a:p>
            <a:pPr rtl="0">
              <a:defRPr/>
            </a:pPr>
            <a:fld id="{D6D8061D-18C3-4F4F-85EF-561633F58754}" type="datetimeFigureOut">
              <a:rPr lang="es-ES"/>
              <a:t>11/11/2025</a:t>
            </a:fld>
            <a:endParaRPr lang="es-ES"/>
          </a:p>
        </p:txBody>
      </p:sp>
      <p:sp>
        <p:nvSpPr>
          <p:cNvPr id="574277404" name="Marcador de pie de página 4"/>
          <p:cNvSpPr>
            <a:spLocks noGrp="1"/>
          </p:cNvSpPr>
          <p:nvPr>
            <p:ph type="ftr" sz="quarter" idx="11"/>
          </p:nvPr>
        </p:nvSpPr>
        <p:spPr bwMode="auto"/>
        <p:txBody>
          <a:bodyPr rtlCol="0"/>
          <a:lstStyle>
            <a:defPPr>
              <a:defRPr lang="es-ES"/>
            </a:defPPr>
          </a:lstStyle>
          <a:p>
            <a:pPr rtl="0">
              <a:defRPr/>
            </a:pPr>
            <a:endParaRPr lang="es-ES"/>
          </a:p>
        </p:txBody>
      </p:sp>
      <p:sp>
        <p:nvSpPr>
          <p:cNvPr id="1153020000" name="Marcador de número de diapositiva 5"/>
          <p:cNvSpPr>
            <a:spLocks noGrp="1"/>
          </p:cNvSpPr>
          <p:nvPr>
            <p:ph type="sldNum" sz="quarter" idx="12"/>
          </p:nvPr>
        </p:nvSpPr>
        <p:spPr bwMode="auto"/>
        <p:txBody>
          <a:bodyPr rtlCol="0"/>
          <a:lstStyle>
            <a:defPPr>
              <a:defRPr lang="es-ES"/>
            </a:defPPr>
          </a:lstStyle>
          <a:p>
            <a:pPr rtl="0">
              <a:defRPr/>
            </a:pPr>
            <a:fld id="{CBD12358-51D2-46B3-9BDE-DF29528B9454}" type="slidenum">
              <a:rPr lang="es-ES"/>
              <a:t>‹Nº›</a:t>
            </a:fld>
            <a:endParaRPr lang="es-E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ido 3">
    <p:bg>
      <p:bgPr shadeToTitle="0">
        <a:solidFill>
          <a:schemeClr val="accent3">
            <a:lumMod val="20000"/>
            <a:lumOff val="80000"/>
          </a:schemeClr>
        </a:solidFill>
      </p:bgPr>
    </p:bg>
    <p:spTree>
      <p:nvGrpSpPr>
        <p:cNvPr id="1" name=""/>
        <p:cNvGrpSpPr/>
        <p:nvPr/>
      </p:nvGrpSpPr>
      <p:grpSpPr bwMode="auto">
        <a:xfrm>
          <a:off x="0" y="0"/>
          <a:ext cx="0" cy="0"/>
          <a:chOff x="0" y="0"/>
          <a:chExt cx="0" cy="0"/>
        </a:xfrm>
      </p:grpSpPr>
      <p:cxnSp>
        <p:nvCxnSpPr>
          <p:cNvPr id="1677068805" name="Conector recto 6"/>
          <p:cNvCxnSpPr/>
          <p:nvPr userDrawn="1"/>
        </p:nvCxnSpPr>
        <p:spPr bwMode="auto">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642329619" name="Conector recto 7"/>
          <p:cNvCxnSpPr/>
          <p:nvPr userDrawn="1"/>
        </p:nvCxnSpPr>
        <p:spPr bwMode="auto">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676652306" name="Conector recto 8"/>
          <p:cNvCxnSpPr/>
          <p:nvPr userDrawn="1"/>
        </p:nvCxnSpPr>
        <p:spPr bwMode="auto">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593652065" name="Conector recto 9"/>
          <p:cNvCxnSpPr/>
          <p:nvPr userDrawn="1"/>
        </p:nvCxnSpPr>
        <p:spPr bwMode="auto">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51752816" name="Marcador de posición de imagen 13"/>
          <p:cNvSpPr>
            <a:spLocks noGrp="1"/>
          </p:cNvSpPr>
          <p:nvPr>
            <p:ph type="pic" sz="quarter" idx="10"/>
          </p:nvPr>
        </p:nvSpPr>
        <p:spPr bwMode="auto">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fill="norm" stroke="1" extrusionOk="0">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rtlCol="0">
            <a:normAutofit/>
          </a:bodyPr>
          <a:lstStyle>
            <a:lvl1pPr marL="0" indent="0">
              <a:buNone/>
              <a:defRPr lang="es-ES" sz="2000"/>
            </a:lvl1pPr>
          </a:lstStyle>
          <a:p>
            <a:pPr rtl="0">
              <a:defRPr/>
            </a:pPr>
            <a:r>
              <a:rPr lang="es-ES"/>
              <a:t>Haga clic en el icono para agregar una imagen</a:t>
            </a:r>
            <a:endParaRPr/>
          </a:p>
        </p:txBody>
      </p:sp>
      <p:sp>
        <p:nvSpPr>
          <p:cNvPr id="1155210967" name="Título 1"/>
          <p:cNvSpPr>
            <a:spLocks noGrp="1"/>
          </p:cNvSpPr>
          <p:nvPr>
            <p:ph type="title"/>
          </p:nvPr>
        </p:nvSpPr>
        <p:spPr bwMode="auto">
          <a:xfrm>
            <a:off x="6080992" y="731562"/>
            <a:ext cx="4902842" cy="3526778"/>
          </a:xfrm>
          <a:prstGeom prst="rect">
            <a:avLst/>
          </a:prstGeom>
          <a:noFill/>
        </p:spPr>
        <p:txBody>
          <a:bodyPr rtlCol="0" anchor="b">
            <a:noAutofit/>
          </a:bodyPr>
          <a:lstStyle>
            <a:defPPr>
              <a:defRPr lang="es-ES"/>
            </a:defPPr>
          </a:lstStyle>
          <a:p>
            <a:pPr rtl="0">
              <a:defRPr/>
            </a:pPr>
            <a:endParaRPr lang="es-ES"/>
          </a:p>
        </p:txBody>
      </p:sp>
      <p:sp>
        <p:nvSpPr>
          <p:cNvPr id="2108799386" name="Marcador de contenido 2"/>
          <p:cNvSpPr>
            <a:spLocks noGrp="1"/>
          </p:cNvSpPr>
          <p:nvPr>
            <p:ph idx="1" hasCustomPrompt="1"/>
          </p:nvPr>
        </p:nvSpPr>
        <p:spPr bwMode="auto">
          <a:xfrm>
            <a:off x="6080992" y="4373217"/>
            <a:ext cx="4902842" cy="1753221"/>
          </a:xfrm>
        </p:spPr>
        <p:txBody>
          <a:bodyPr rtlCol="0" anchor="t" anchorCtr="0">
            <a:normAutofit/>
          </a:bodyPr>
          <a:lstStyle>
            <a:lvl1pPr marL="0" indent="0">
              <a:spcBef>
                <a:spcPts val="1000"/>
              </a:spcBef>
              <a:buNone/>
              <a:defRPr lang="es-ES" sz="1800">
                <a:solidFill>
                  <a:schemeClr val="tx1"/>
                </a:solidFill>
              </a:defRPr>
            </a:lvl1pPr>
            <a:lvl2pPr>
              <a:spcBef>
                <a:spcPts val="1000"/>
              </a:spcBef>
              <a:defRPr lang="es-ES" sz="1600">
                <a:solidFill>
                  <a:schemeClr val="tx1"/>
                </a:solidFill>
              </a:defRPr>
            </a:lvl2pPr>
            <a:lvl3pPr>
              <a:spcBef>
                <a:spcPts val="1000"/>
              </a:spcBef>
              <a:defRPr lang="es-ES" sz="1400">
                <a:solidFill>
                  <a:schemeClr val="tx1"/>
                </a:solidFill>
              </a:defRPr>
            </a:lvl3pPr>
            <a:lvl4pPr>
              <a:spcBef>
                <a:spcPts val="1000"/>
              </a:spcBef>
              <a:defRPr lang="es-ES" sz="1200">
                <a:solidFill>
                  <a:schemeClr val="tx1"/>
                </a:solidFill>
              </a:defRPr>
            </a:lvl4pPr>
            <a:lvl5pPr>
              <a:spcBef>
                <a:spcPts val="1000"/>
              </a:spcBef>
              <a:defRPr lang="es-ES" sz="1200">
                <a:solidFill>
                  <a:schemeClr val="tx1"/>
                </a:solidFill>
              </a:defRPr>
            </a:lvl5pPr>
          </a:lstStyle>
          <a:p>
            <a:pPr lvl="0" rtl="0">
              <a:defRPr/>
            </a:pPr>
            <a:r>
              <a:rPr lang="es-ES"/>
              <a:t>Haga clic para agregar texto</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096718088" name="Marcador de título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defPPr>
              <a:defRPr lang="es-ES"/>
            </a:defPPr>
          </a:lstStyle>
          <a:p>
            <a:pPr rtl="0">
              <a:defRPr/>
            </a:pPr>
            <a:r>
              <a:rPr lang="es-ES"/>
              <a:t>Haga clic para modificar el estilo de título del patrón</a:t>
            </a:r>
            <a:endParaRPr/>
          </a:p>
        </p:txBody>
      </p:sp>
      <p:sp>
        <p:nvSpPr>
          <p:cNvPr id="1926750760" name="Marcador de texto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defPPr>
              <a:defRPr lang="es-ES"/>
            </a:defPPr>
          </a:lstStyle>
          <a:p>
            <a:pPr lvl="0" rtl="0">
              <a:defRPr/>
            </a:pPr>
            <a:r>
              <a:rPr lang="es-ES"/>
              <a:t>Haga clic para modificar los estilos de texto del patrón</a:t>
            </a:r>
            <a:endParaRPr/>
          </a:p>
          <a:p>
            <a:pPr lvl="1" rtl="0">
              <a:defRPr/>
            </a:pPr>
            <a:r>
              <a:rPr lang="es-ES"/>
              <a:t>Segundo nivel</a:t>
            </a:r>
            <a:endParaRPr/>
          </a:p>
          <a:p>
            <a:pPr lvl="2" rtl="0">
              <a:defRPr/>
            </a:pPr>
            <a:r>
              <a:rPr lang="es-ES"/>
              <a:t>Tercer nivel</a:t>
            </a:r>
            <a:endParaRPr/>
          </a:p>
          <a:p>
            <a:pPr lvl="3" rtl="0">
              <a:defRPr/>
            </a:pPr>
            <a:r>
              <a:rPr lang="es-ES"/>
              <a:t>Cuarto nivel</a:t>
            </a:r>
            <a:endParaRPr/>
          </a:p>
          <a:p>
            <a:pPr lvl="4" rtl="0">
              <a:defRPr/>
            </a:pPr>
            <a:r>
              <a:rPr lang="es-ES"/>
              <a:t>Quinto nivel</a:t>
            </a:r>
            <a:endParaRPr/>
          </a:p>
        </p:txBody>
      </p:sp>
      <p:sp>
        <p:nvSpPr>
          <p:cNvPr id="1496059182" name="Marcador de fecha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lang="es-ES" sz="1200">
                <a:solidFill>
                  <a:schemeClr val="tx1">
                    <a:tint val="82000"/>
                  </a:schemeClr>
                </a:solidFill>
              </a:defRPr>
            </a:lvl1pPr>
          </a:lstStyle>
          <a:p>
            <a:pPr rtl="0">
              <a:defRPr/>
            </a:pPr>
            <a:fld id="{D6D8061D-18C3-4F4F-85EF-561633F58754}" type="datetimeFigureOut">
              <a:rPr lang="es-ES"/>
              <a:t>11/11/2025</a:t>
            </a:fld>
            <a:endParaRPr lang="es-ES"/>
          </a:p>
        </p:txBody>
      </p:sp>
      <p:sp>
        <p:nvSpPr>
          <p:cNvPr id="2115226236" name="Marcador de pie de página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lang="es-ES" sz="1200">
                <a:solidFill>
                  <a:schemeClr val="tx1">
                    <a:tint val="82000"/>
                  </a:schemeClr>
                </a:solidFill>
              </a:defRPr>
            </a:lvl1pPr>
          </a:lstStyle>
          <a:p>
            <a:pPr rtl="0">
              <a:defRPr/>
            </a:pPr>
            <a:endParaRPr lang="es-ES"/>
          </a:p>
        </p:txBody>
      </p:sp>
      <p:sp>
        <p:nvSpPr>
          <p:cNvPr id="722262074" name="Marcador de número de diapositiva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lang="es-ES" sz="1200">
                <a:solidFill>
                  <a:schemeClr val="tx1">
                    <a:tint val="82000"/>
                  </a:schemeClr>
                </a:solidFill>
              </a:defRPr>
            </a:lvl1pPr>
          </a:lstStyle>
          <a:p>
            <a:pPr rtl="0">
              <a:defRPr/>
            </a:pPr>
            <a:fld id="{CBD12358-51D2-46B3-9BDE-DF29528B9454}" type="slidenum">
              <a:rPr lang="es-ES"/>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lvl1pPr algn="l" defTabSz="914400" rtl="0">
        <a:lnSpc>
          <a:spcPct val="90000"/>
        </a:lnSpc>
        <a:spcBef>
          <a:spcPts val="0"/>
        </a:spcBef>
        <a:buNone/>
        <a:defRPr lang="es-ES" sz="4000" i="1" cap="all">
          <a:solidFill>
            <a:schemeClr val="accent1"/>
          </a:solidFill>
          <a:latin typeface="+mj-lt"/>
          <a:ea typeface="+mj-ea"/>
          <a:cs typeface="+mj-cs"/>
        </a:defRPr>
      </a:lvl1pPr>
    </p:titleStyle>
    <p:bodyStyle>
      <a:lvl1pPr marL="228600" indent="-228600" algn="l" defTabSz="914400" rtl="0">
        <a:lnSpc>
          <a:spcPct val="90000"/>
        </a:lnSpc>
        <a:spcBef>
          <a:spcPts val="1000"/>
        </a:spcBef>
        <a:buFont typeface="Arial"/>
        <a:buChar char="•"/>
        <a:defRPr lang="es-ES"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lang="es-ES"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lang="es-ES"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lang="es-ES"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lang="es-ES"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lang="es-ES"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lang="es-ES"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lang="es-ES"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lang="es-ES" sz="1800">
          <a:solidFill>
            <a:schemeClr val="tx1"/>
          </a:solidFill>
          <a:latin typeface="+mn-lt"/>
          <a:ea typeface="+mn-ea"/>
          <a:cs typeface="+mn-cs"/>
        </a:defRPr>
      </a:lvl9pPr>
    </p:bodyStyle>
    <p:otherStyle>
      <a:defPPr>
        <a:defRPr lang="es-ES"/>
      </a:defPPr>
      <a:lvl1pPr marL="0" algn="l" defTabSz="914400" rtl="0">
        <a:defRPr lang="es-ES" sz="1800">
          <a:solidFill>
            <a:schemeClr val="tx1"/>
          </a:solidFill>
          <a:latin typeface="+mn-lt"/>
          <a:ea typeface="+mn-ea"/>
          <a:cs typeface="+mn-cs"/>
        </a:defRPr>
      </a:lvl1pPr>
      <a:lvl2pPr marL="457200" algn="l" defTabSz="914400" rtl="0">
        <a:defRPr lang="es-ES" sz="1800">
          <a:solidFill>
            <a:schemeClr val="tx1"/>
          </a:solidFill>
          <a:latin typeface="+mn-lt"/>
          <a:ea typeface="+mn-ea"/>
          <a:cs typeface="+mn-cs"/>
        </a:defRPr>
      </a:lvl2pPr>
      <a:lvl3pPr marL="914400" algn="l" defTabSz="914400" rtl="0">
        <a:defRPr lang="es-ES" sz="1800">
          <a:solidFill>
            <a:schemeClr val="tx1"/>
          </a:solidFill>
          <a:latin typeface="+mn-lt"/>
          <a:ea typeface="+mn-ea"/>
          <a:cs typeface="+mn-cs"/>
        </a:defRPr>
      </a:lvl3pPr>
      <a:lvl4pPr marL="1371600" algn="l" defTabSz="914400" rtl="0">
        <a:defRPr lang="es-ES" sz="1800">
          <a:solidFill>
            <a:schemeClr val="tx1"/>
          </a:solidFill>
          <a:latin typeface="+mn-lt"/>
          <a:ea typeface="+mn-ea"/>
          <a:cs typeface="+mn-cs"/>
        </a:defRPr>
      </a:lvl4pPr>
      <a:lvl5pPr marL="1828800" algn="l" defTabSz="914400" rtl="0">
        <a:defRPr lang="es-ES" sz="1800">
          <a:solidFill>
            <a:schemeClr val="tx1"/>
          </a:solidFill>
          <a:latin typeface="+mn-lt"/>
          <a:ea typeface="+mn-ea"/>
          <a:cs typeface="+mn-cs"/>
        </a:defRPr>
      </a:lvl5pPr>
      <a:lvl6pPr marL="2286000" algn="l" defTabSz="914400" rtl="0">
        <a:defRPr lang="es-ES" sz="1800">
          <a:solidFill>
            <a:schemeClr val="tx1"/>
          </a:solidFill>
          <a:latin typeface="+mn-lt"/>
          <a:ea typeface="+mn-ea"/>
          <a:cs typeface="+mn-cs"/>
        </a:defRPr>
      </a:lvl6pPr>
      <a:lvl7pPr marL="2743200" algn="l" defTabSz="914400" rtl="0">
        <a:defRPr lang="es-ES" sz="1800">
          <a:solidFill>
            <a:schemeClr val="tx1"/>
          </a:solidFill>
          <a:latin typeface="+mn-lt"/>
          <a:ea typeface="+mn-ea"/>
          <a:cs typeface="+mn-cs"/>
        </a:defRPr>
      </a:lvl7pPr>
      <a:lvl8pPr marL="3200400" algn="l" defTabSz="914400" rtl="0">
        <a:defRPr lang="es-ES" sz="1800">
          <a:solidFill>
            <a:schemeClr val="tx1"/>
          </a:solidFill>
          <a:latin typeface="+mn-lt"/>
          <a:ea typeface="+mn-ea"/>
          <a:cs typeface="+mn-cs"/>
        </a:defRPr>
      </a:lvl8pPr>
      <a:lvl9pPr marL="3657600" algn="l" defTabSz="914400" rtl="0">
        <a:defRPr lang="es-ES"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9386216" name="Título 8"/>
          <p:cNvSpPr>
            <a:spLocks noGrp="1"/>
          </p:cNvSpPr>
          <p:nvPr>
            <p:ph type="ctrTitle"/>
          </p:nvPr>
        </p:nvSpPr>
        <p:spPr bwMode="auto">
          <a:xfrm>
            <a:off x="0" y="1099595"/>
            <a:ext cx="6366076" cy="3599727"/>
          </a:xfrm>
        </p:spPr>
        <p:txBody>
          <a:bodyPr rtlCol="0"/>
          <a:lstStyle>
            <a:defPPr>
              <a:defRPr lang="es-ES"/>
            </a:defPPr>
          </a:lstStyle>
          <a:p>
            <a:pPr algn="ctr">
              <a:lnSpc>
                <a:spcPct val="100000"/>
              </a:lnSpc>
              <a:defRPr/>
            </a:pPr>
            <a:r>
              <a:rPr lang="sv-SE" sz="4000"/>
              <a:t>Proyecto Java Backend - Arka</a:t>
            </a:r>
            <a:br>
              <a:rPr lang="es-ES" sz="4000"/>
            </a:br>
            <a:endParaRPr lang="es-ES" sz="4000"/>
          </a:p>
        </p:txBody>
      </p:sp>
      <p:pic>
        <p:nvPicPr>
          <p:cNvPr id="1875494613" name="Marcador de posición de imagen 5"/>
          <p:cNvPicPr>
            <a:picLocks noChangeAspect="1" noGrp="1"/>
          </p:cNvPicPr>
          <p:nvPr>
            <p:ph type="pic" sz="quarter" idx="10"/>
          </p:nvPr>
        </p:nvPicPr>
        <p:blipFill rotWithShape="1">
          <a:blip r:embed="rId3"/>
          <a:srcRect l="14218" t="0" r="14218" b="0"/>
          <a:stretch/>
        </p:blipFill>
        <p:spPr bwMode="auto"/>
      </p:pic>
      <p:pic>
        <p:nvPicPr>
          <p:cNvPr id="1699231761" name="Imagen 7"/>
          <p:cNvPicPr>
            <a:picLocks noChangeAspect="1"/>
          </p:cNvPicPr>
          <p:nvPr/>
        </p:nvPicPr>
        <p:blipFill rotWithShape="1">
          <a:blip r:embed="rId4"/>
          <a:stretch/>
        </p:blipFill>
        <p:spPr bwMode="auto">
          <a:xfrm>
            <a:off x="218210" y="6148545"/>
            <a:ext cx="1569856" cy="533446"/>
          </a:xfrm>
          <a:prstGeom prst="rect">
            <a:avLst/>
          </a:prstGeom>
        </p:spPr>
      </p:pic>
      <p:pic>
        <p:nvPicPr>
          <p:cNvPr id="1967111884" name="Imagen 9"/>
          <p:cNvPicPr>
            <a:picLocks noChangeAspect="1"/>
          </p:cNvPicPr>
          <p:nvPr/>
        </p:nvPicPr>
        <p:blipFill rotWithShape="1">
          <a:blip r:embed="rId5"/>
          <a:stretch/>
        </p:blipFill>
        <p:spPr bwMode="auto">
          <a:xfrm>
            <a:off x="1985546" y="6148545"/>
            <a:ext cx="1753904" cy="533446"/>
          </a:xfrm>
          <a:prstGeom prst="rect">
            <a:avLst/>
          </a:prstGeom>
        </p:spPr>
      </p:pic>
      <p:pic>
        <p:nvPicPr>
          <p:cNvPr id="1793539750" name="Imagen 10"/>
          <p:cNvPicPr>
            <a:picLocks noChangeAspect="1"/>
          </p:cNvPicPr>
          <p:nvPr/>
        </p:nvPicPr>
        <p:blipFill rotWithShape="1">
          <a:blip r:embed="rId6"/>
          <a:stretch/>
        </p:blipFill>
        <p:spPr bwMode="auto">
          <a:xfrm>
            <a:off x="3936929" y="6148545"/>
            <a:ext cx="1225380" cy="5317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3000681" name="Título 1"/>
          <p:cNvSpPr>
            <a:spLocks noGrp="1"/>
          </p:cNvSpPr>
          <p:nvPr>
            <p:ph type="title"/>
          </p:nvPr>
        </p:nvSpPr>
        <p:spPr bwMode="auto">
          <a:xfrm>
            <a:off x="393539" y="509286"/>
            <a:ext cx="3645061" cy="5617193"/>
          </a:xfrm>
          <a:prstGeom prst="rect">
            <a:avLst/>
          </a:prstGeom>
          <a:noFill/>
        </p:spPr>
        <p:txBody>
          <a:bodyPr rtlCol="0">
            <a:noAutofit/>
          </a:bodyPr>
          <a:lstStyle>
            <a:defPPr>
              <a:defRPr lang="es-ES"/>
            </a:defPPr>
          </a:lstStyle>
          <a:p>
            <a:pPr rtl="0">
              <a:defRPr/>
            </a:pPr>
            <a:r>
              <a:rPr lang="es-ES" sz="4400"/>
              <a:t>PROGRAMA</a:t>
            </a:r>
            <a:endParaRPr lang="es-ES"/>
          </a:p>
        </p:txBody>
      </p:sp>
      <p:sp>
        <p:nvSpPr>
          <p:cNvPr id="675399613" name="Marcador de contenido 2"/>
          <p:cNvSpPr>
            <a:spLocks noGrp="1"/>
          </p:cNvSpPr>
          <p:nvPr>
            <p:ph idx="1"/>
          </p:nvPr>
        </p:nvSpPr>
        <p:spPr bwMode="auto">
          <a:prstGeom prst="rect">
            <a:avLst/>
          </a:prstGeom>
          <a:noFill/>
        </p:spPr>
        <p:txBody>
          <a:bodyPr rtlCol="0" anchor="ctr">
            <a:normAutofit/>
          </a:bodyPr>
          <a:lstStyle>
            <a:defPPr>
              <a:defRPr lang="es-ES"/>
            </a:defPPr>
          </a:lstStyle>
          <a:p>
            <a:pPr rtl="0">
              <a:defRPr/>
            </a:pPr>
            <a:r>
              <a:rPr lang="es-ES" b="1"/>
              <a:t>Presentación</a:t>
            </a:r>
            <a:endParaRPr/>
          </a:p>
          <a:p>
            <a:pPr rtl="0">
              <a:defRPr/>
            </a:pPr>
            <a:r>
              <a:rPr lang="es-MX" b="1"/>
              <a:t>Definicion del proyecto</a:t>
            </a:r>
            <a:endParaRPr lang="es-ES" b="1"/>
          </a:p>
          <a:p>
            <a:pPr rtl="0">
              <a:defRPr/>
            </a:pPr>
            <a:r>
              <a:rPr lang="es-ES" b="1"/>
              <a:t>Arquitectura</a:t>
            </a:r>
            <a:endParaRPr/>
          </a:p>
          <a:p>
            <a:pPr rtl="0">
              <a:defRPr/>
            </a:pPr>
            <a:r>
              <a:rPr lang="es-MX" b="1"/>
              <a:t>Demostracion</a:t>
            </a:r>
            <a:endParaRPr lang="es-ES" b="1"/>
          </a:p>
          <a:p>
            <a:pPr rtl="0">
              <a:defRPr/>
            </a:pPr>
            <a:r>
              <a:rPr lang="es-ES" b="1"/>
              <a:t>Conclusión </a:t>
            </a:r>
            <a:endParaRPr/>
          </a:p>
        </p:txBody>
      </p:sp>
      <p:pic>
        <p:nvPicPr>
          <p:cNvPr id="181920933" name="Marcador de posición de imagen 6"/>
          <p:cNvPicPr>
            <a:picLocks noChangeAspect="1" noGrp="1"/>
          </p:cNvPicPr>
          <p:nvPr>
            <p:ph type="pic" sz="quarter" idx="13"/>
          </p:nvPr>
        </p:nvPicPr>
        <p:blipFill rotWithShape="1">
          <a:blip r:embed="rId3"/>
          <a:srcRect l="15707" t="0" r="15706" b="0"/>
          <a:stretch/>
        </p:blipFill>
        <p:spPr bwMode="auto"/>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6695242" name="Título 1"/>
          <p:cNvSpPr>
            <a:spLocks noGrp="1"/>
          </p:cNvSpPr>
          <p:nvPr>
            <p:ph type="ctrTitle"/>
          </p:nvPr>
        </p:nvSpPr>
        <p:spPr bwMode="auto">
          <a:xfrm>
            <a:off x="1215072" y="528320"/>
            <a:ext cx="5028566" cy="3354992"/>
          </a:xfrm>
          <a:prstGeom prst="rect">
            <a:avLst/>
          </a:prstGeom>
          <a:noFill/>
        </p:spPr>
        <p:txBody>
          <a:bodyPr rtlCol="0">
            <a:noAutofit/>
          </a:bodyPr>
          <a:lstStyle>
            <a:defPPr>
              <a:defRPr lang="es-ES"/>
            </a:defPPr>
          </a:lstStyle>
          <a:p>
            <a:pPr rtl="0">
              <a:defRPr/>
            </a:pPr>
            <a:r>
              <a:rPr lang="es-ES"/>
              <a:t>Presentan</a:t>
            </a:r>
            <a:endParaRPr/>
          </a:p>
        </p:txBody>
      </p:sp>
      <p:sp>
        <p:nvSpPr>
          <p:cNvPr id="567445426" name="Subtítulo 2"/>
          <p:cNvSpPr>
            <a:spLocks noGrp="1"/>
          </p:cNvSpPr>
          <p:nvPr>
            <p:ph type="subTitle" idx="1"/>
          </p:nvPr>
        </p:nvSpPr>
        <p:spPr bwMode="auto">
          <a:xfrm>
            <a:off x="1215072" y="4027992"/>
            <a:ext cx="5028565" cy="1894972"/>
          </a:xfrm>
          <a:prstGeom prst="rect">
            <a:avLst/>
          </a:prstGeom>
          <a:noFill/>
        </p:spPr>
        <p:txBody>
          <a:bodyPr rtlCol="0" anchor="t"/>
          <a:lstStyle>
            <a:defPPr>
              <a:defRPr lang="es-ES"/>
            </a:defPPr>
          </a:lstStyle>
          <a:p>
            <a:pPr marL="285750" indent="-285750" rtl="0">
              <a:buFontTx/>
              <a:buChar char="-"/>
              <a:defRPr/>
            </a:pPr>
            <a:r>
              <a:rPr lang="es-ES"/>
              <a:t>Raúl</a:t>
            </a:r>
            <a:r>
              <a:rPr lang="es-MX"/>
              <a:t> Antonio </a:t>
            </a:r>
            <a:r>
              <a:rPr lang="es-MX"/>
              <a:t>mayorga</a:t>
            </a:r>
            <a:r>
              <a:rPr lang="es-MX"/>
              <a:t> </a:t>
            </a:r>
            <a:r>
              <a:rPr lang="es-MX"/>
              <a:t>Marroquín</a:t>
            </a:r>
            <a:endParaRPr lang="es-ES"/>
          </a:p>
          <a:p>
            <a:pPr marL="285750" indent="-285750" rtl="0">
              <a:buFontTx/>
              <a:buChar char="-"/>
              <a:defRPr/>
            </a:pPr>
            <a:r>
              <a:rPr lang="es-ES"/>
              <a:t>David</a:t>
            </a:r>
            <a:r>
              <a:rPr lang="es-MX"/>
              <a:t> </a:t>
            </a:r>
            <a:r>
              <a:rPr lang="es-MX"/>
              <a:t>Josué López portillo</a:t>
            </a:r>
            <a:endParaRPr/>
          </a:p>
          <a:p>
            <a:pPr marL="285750" indent="-285750">
              <a:buFontTx/>
              <a:buChar char="-"/>
              <a:defRPr/>
            </a:pPr>
            <a:r>
              <a:rPr lang="es-ES"/>
              <a:t>Cesar Wilfredo </a:t>
            </a:r>
            <a:r>
              <a:rPr lang="es-ES"/>
              <a:t>Sanchez </a:t>
            </a:r>
            <a:endParaRPr/>
          </a:p>
          <a:p>
            <a:pPr rtl="0">
              <a:defRPr/>
            </a:pPr>
            <a:endParaRPr lang="es-ES"/>
          </a:p>
        </p:txBody>
      </p:sp>
      <p:pic>
        <p:nvPicPr>
          <p:cNvPr id="1121549640" name="Marcador de posición de imagen 4"/>
          <p:cNvPicPr>
            <a:picLocks noChangeAspect="1" noGrp="1"/>
          </p:cNvPicPr>
          <p:nvPr>
            <p:ph type="pic" sz="quarter" idx="13"/>
          </p:nvPr>
        </p:nvPicPr>
        <p:blipFill rotWithShape="1">
          <a:blip r:embed="rId3"/>
          <a:srcRect l="23140" t="0" r="23140" b="0"/>
          <a:stretch/>
        </p:blipFill>
        <p:spPr bwMode="auto"/>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8243511" name="Título 1"/>
          <p:cNvSpPr>
            <a:spLocks noGrp="1"/>
          </p:cNvSpPr>
          <p:nvPr>
            <p:ph type="ctrTitle"/>
          </p:nvPr>
        </p:nvSpPr>
        <p:spPr bwMode="auto">
          <a:xfrm>
            <a:off x="1325880" y="685800"/>
            <a:ext cx="9540240" cy="3136738"/>
          </a:xfrm>
          <a:prstGeom prst="rect">
            <a:avLst/>
          </a:prstGeom>
          <a:noFill/>
        </p:spPr>
        <p:txBody>
          <a:bodyPr rtlCol="0"/>
          <a:lstStyle>
            <a:defPPr>
              <a:defRPr lang="es-ES"/>
            </a:defPPr>
          </a:lstStyle>
          <a:p>
            <a:pPr rtl="0">
              <a:defRPr/>
            </a:pPr>
            <a:r>
              <a:rPr lang="es-ES"/>
              <a:t>Definición del proyecto</a:t>
            </a:r>
            <a:endParaRPr/>
          </a:p>
        </p:txBody>
      </p:sp>
      <p:sp>
        <p:nvSpPr>
          <p:cNvPr id="1570426864" name="Subtítulo 2"/>
          <p:cNvSpPr>
            <a:spLocks noGrp="1"/>
          </p:cNvSpPr>
          <p:nvPr>
            <p:ph type="subTitle" idx="1"/>
          </p:nvPr>
        </p:nvSpPr>
        <p:spPr bwMode="auto">
          <a:prstGeom prst="rect">
            <a:avLst/>
          </a:prstGeom>
          <a:noFill/>
        </p:spPr>
        <p:txBody>
          <a:bodyPr rtlCol="0"/>
          <a:lstStyle>
            <a:defPPr>
              <a:defRPr lang="es-ES"/>
            </a:defPPr>
          </a:lstStyle>
          <a:p>
            <a:pPr rtl="0">
              <a:defRPr/>
            </a:pPr>
            <a:r>
              <a:rPr lang="es-ES"/>
              <a:t>En esta primera parte se presenta un resumen del análisis que se ha realizado para poder dar solución al proyecto arka.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8107805" name="Título 1"/>
          <p:cNvSpPr>
            <a:spLocks noGrp="1"/>
          </p:cNvSpPr>
          <p:nvPr>
            <p:ph type="title"/>
          </p:nvPr>
        </p:nvSpPr>
        <p:spPr bwMode="auto">
          <a:xfrm>
            <a:off x="143720" y="145206"/>
            <a:ext cx="11917100" cy="514551"/>
          </a:xfrm>
          <a:prstGeom prst="rect">
            <a:avLst/>
          </a:prstGeom>
          <a:noFill/>
        </p:spPr>
        <p:txBody>
          <a:bodyPr rtlCol="0"/>
          <a:lstStyle>
            <a:defPPr>
              <a:defRPr lang="es-ES"/>
            </a:defPPr>
          </a:lstStyle>
          <a:p>
            <a:pPr algn="ctr" rtl="0">
              <a:defRPr/>
            </a:pPr>
            <a:r>
              <a:rPr lang="es-ES" sz="2800" b="1"/>
              <a:t>Definición del proyecto</a:t>
            </a:r>
            <a:endParaRPr/>
          </a:p>
        </p:txBody>
      </p:sp>
      <p:sp>
        <p:nvSpPr>
          <p:cNvPr id="1170129972" name="Marcador de contenido 3"/>
          <p:cNvSpPr>
            <a:spLocks noGrp="1"/>
          </p:cNvSpPr>
          <p:nvPr>
            <p:ph sz="half" idx="14"/>
          </p:nvPr>
        </p:nvSpPr>
        <p:spPr bwMode="auto">
          <a:xfrm>
            <a:off x="979560" y="859801"/>
            <a:ext cx="9782432" cy="4391819"/>
          </a:xfrm>
          <a:prstGeom prst="rect">
            <a:avLst/>
          </a:prstGeom>
          <a:solidFill>
            <a:schemeClr val="bg1"/>
          </a:solidFill>
        </p:spPr>
        <p:txBody>
          <a:bodyPr vertOverflow="overflow" horzOverflow="overflow" vert="horz" wrap="square" lIns="91440" tIns="45720" rIns="91440" bIns="45720" numCol="1" spcCol="0" rtlCol="0" fromWordArt="0" anchor="t" anchorCtr="0" forceAA="0" compatLnSpc="0">
            <a:normAutofit/>
          </a:bodyPr>
          <a:lstStyle>
            <a:defPPr>
              <a:defRPr lang="es-ES"/>
            </a:defPPr>
          </a:lstStyle>
          <a:p>
            <a:pPr algn="just">
              <a:defRPr/>
            </a:pPr>
            <a:r>
              <a:rPr lang="es-ES" sz="2200">
                <a:latin typeface="Arial"/>
                <a:ea typeface="Arial"/>
                <a:cs typeface="Arial"/>
              </a:rPr>
              <a:t>Arka es una empresa colombiana distribuidora de accesorios para PC. </a:t>
            </a:r>
            <a:endParaRPr/>
          </a:p>
          <a:p>
            <a:pPr algn="just">
              <a:defRPr/>
            </a:pPr>
            <a:endParaRPr lang="es-ES" sz="2200">
              <a:latin typeface="Arial"/>
              <a:ea typeface="Arial"/>
              <a:cs typeface="Arial"/>
            </a:endParaRPr>
          </a:p>
          <a:p>
            <a:pPr algn="just">
              <a:defRPr/>
            </a:pPr>
            <a:r>
              <a:rPr lang="es-ES" sz="2200">
                <a:latin typeface="Arial"/>
                <a:ea typeface="Arial"/>
                <a:cs typeface="Arial"/>
              </a:rPr>
              <a:t>Sus clientes so</a:t>
            </a:r>
            <a:r>
              <a:rPr lang="es-MX" sz="2200">
                <a:latin typeface="Arial"/>
                <a:ea typeface="Arial"/>
                <a:cs typeface="Arial"/>
              </a:rPr>
              <a:t>n de las</a:t>
            </a:r>
            <a:r>
              <a:rPr lang="es-ES" sz="2200">
                <a:latin typeface="Arial"/>
                <a:ea typeface="Arial"/>
                <a:cs typeface="Arial"/>
              </a:rPr>
              <a:t> principales ciudades de Colombia, que</a:t>
            </a:r>
            <a:r>
              <a:rPr lang="es-MX" sz="2200">
                <a:latin typeface="Arial"/>
                <a:ea typeface="Arial"/>
                <a:cs typeface="Arial"/>
              </a:rPr>
              <a:t> hacen pedidos</a:t>
            </a:r>
            <a:r>
              <a:rPr lang="es-ES" sz="2200">
                <a:latin typeface="Arial"/>
                <a:ea typeface="Arial"/>
                <a:cs typeface="Arial"/>
              </a:rPr>
              <a:t> frecuentemente </a:t>
            </a:r>
            <a:r>
              <a:rPr lang="es-MX" sz="2200">
                <a:latin typeface="Arial"/>
                <a:ea typeface="Arial"/>
                <a:cs typeface="Arial"/>
              </a:rPr>
              <a:t>de </a:t>
            </a:r>
            <a:r>
              <a:rPr lang="es-ES" sz="2200">
                <a:latin typeface="Arial"/>
                <a:ea typeface="Arial"/>
                <a:cs typeface="Arial"/>
              </a:rPr>
              <a:t>productos en grandes cantidades. </a:t>
            </a:r>
            <a:endParaRPr/>
          </a:p>
          <a:p>
            <a:pPr algn="just">
              <a:defRPr/>
            </a:pPr>
            <a:endParaRPr sz="2200">
              <a:latin typeface="Arial"/>
              <a:cs typeface="Arial"/>
            </a:endParaRPr>
          </a:p>
          <a:p>
            <a:pPr algn="just">
              <a:defRPr/>
            </a:pPr>
            <a:r>
              <a:rPr lang="es-ES" sz="2200">
                <a:latin typeface="Arial"/>
                <a:ea typeface="Arial"/>
                <a:cs typeface="Arial"/>
              </a:rPr>
              <a:t>Además, Arka</a:t>
            </a:r>
            <a:r>
              <a:rPr lang="es-MX" sz="2200">
                <a:latin typeface="Arial"/>
                <a:ea typeface="Arial"/>
                <a:cs typeface="Arial"/>
              </a:rPr>
              <a:t> ha</a:t>
            </a:r>
            <a:r>
              <a:rPr lang="es-ES" sz="2200">
                <a:latin typeface="Arial"/>
                <a:ea typeface="Arial"/>
                <a:cs typeface="Arial"/>
              </a:rPr>
              <a:t> comenz</a:t>
            </a:r>
            <a:r>
              <a:rPr lang="es-MX" sz="2200">
                <a:latin typeface="Arial"/>
                <a:ea typeface="Arial"/>
                <a:cs typeface="Arial"/>
              </a:rPr>
              <a:t>ado</a:t>
            </a:r>
            <a:r>
              <a:rPr lang="es-ES" sz="2200">
                <a:latin typeface="Arial"/>
                <a:ea typeface="Arial"/>
                <a:cs typeface="Arial"/>
              </a:rPr>
              <a:t> </a:t>
            </a:r>
            <a:r>
              <a:rPr lang="es-MX" sz="2200">
                <a:latin typeface="Arial"/>
                <a:ea typeface="Arial"/>
                <a:cs typeface="Arial"/>
              </a:rPr>
              <a:t>un </a:t>
            </a:r>
            <a:r>
              <a:rPr lang="es-ES" sz="2200">
                <a:latin typeface="Arial"/>
                <a:ea typeface="Arial"/>
                <a:cs typeface="Arial"/>
              </a:rPr>
              <a:t>plan de expansión por diferentes países de Latinoamérica: Ecuador, Perú y Chile.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7370136" name="Título 1"/>
          <p:cNvSpPr>
            <a:spLocks noGrp="1"/>
          </p:cNvSpPr>
          <p:nvPr>
            <p:ph type="title"/>
          </p:nvPr>
        </p:nvSpPr>
        <p:spPr bwMode="auto">
          <a:xfrm>
            <a:off x="143719" y="145206"/>
            <a:ext cx="11917099" cy="514550"/>
          </a:xfrm>
          <a:prstGeom prst="rect">
            <a:avLst/>
          </a:prstGeom>
          <a:noFill/>
        </p:spPr>
        <p:txBody>
          <a:bodyPr rtlCol="0"/>
          <a:lstStyle>
            <a:defPPr>
              <a:defRPr lang="es-ES"/>
            </a:defPPr>
          </a:lstStyle>
          <a:p>
            <a:pPr algn="ctr" rtl="0">
              <a:defRPr/>
            </a:pPr>
            <a:r>
              <a:rPr lang="es-ES" sz="2800" b="1"/>
              <a:t>Definición del proyecto</a:t>
            </a:r>
            <a:endParaRPr/>
          </a:p>
        </p:txBody>
      </p:sp>
      <p:sp>
        <p:nvSpPr>
          <p:cNvPr id="601656451" name="Marcador de contenido 3"/>
          <p:cNvSpPr>
            <a:spLocks noGrp="1"/>
          </p:cNvSpPr>
          <p:nvPr>
            <p:ph sz="half" idx="14"/>
          </p:nvPr>
        </p:nvSpPr>
        <p:spPr bwMode="auto">
          <a:xfrm>
            <a:off x="979560" y="859801"/>
            <a:ext cx="9782432" cy="4391819"/>
          </a:xfrm>
          <a:prstGeom prst="rect">
            <a:avLst/>
          </a:prstGeom>
          <a:solidFill>
            <a:schemeClr val="bg1"/>
          </a:solidFill>
        </p:spPr>
        <p:txBody>
          <a:bodyPr vertOverflow="overflow" horzOverflow="overflow" vert="horz" wrap="square" lIns="91440" tIns="45720" rIns="91440" bIns="45720" numCol="1" spcCol="0" rtlCol="0" fromWordArt="0" anchor="t" anchorCtr="0" forceAA="0" compatLnSpc="0">
            <a:normAutofit/>
          </a:bodyPr>
          <a:lstStyle>
            <a:defPPr>
              <a:defRPr lang="es-ES"/>
            </a:defPPr>
          </a:lstStyle>
          <a:p>
            <a:pPr algn="just">
              <a:defRPr/>
            </a:pPr>
            <a:r>
              <a:rPr lang="es-MX" sz="2200">
                <a:latin typeface="Arial"/>
                <a:ea typeface="Arial"/>
                <a:cs typeface="Arial"/>
              </a:rPr>
              <a:t>Historias de usuario</a:t>
            </a:r>
            <a:endParaRPr/>
          </a:p>
          <a:p>
            <a:pPr algn="just">
              <a:defRPr/>
            </a:pPr>
            <a:r>
              <a:rPr lang="es-ES" sz="2200">
                <a:latin typeface="Arial"/>
                <a:ea typeface="Arial"/>
                <a:cs typeface="Arial"/>
              </a:rPr>
              <a:t> </a:t>
            </a:r>
            <a:endParaRPr/>
          </a:p>
        </p:txBody>
      </p:sp>
      <p:pic>
        <p:nvPicPr>
          <p:cNvPr id="1010299272" name="Imagen 551759416"/>
          <p:cNvPicPr>
            <a:picLocks noChangeAspect="1"/>
          </p:cNvPicPr>
          <p:nvPr/>
        </p:nvPicPr>
        <p:blipFill rotWithShape="1">
          <a:blip r:embed="rId3"/>
          <a:stretch/>
        </p:blipFill>
        <p:spPr bwMode="auto">
          <a:xfrm>
            <a:off x="1338648" y="1404937"/>
            <a:ext cx="8582024" cy="40481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4910628" name="Título 1"/>
          <p:cNvSpPr>
            <a:spLocks noGrp="1"/>
          </p:cNvSpPr>
          <p:nvPr>
            <p:ph type="title"/>
          </p:nvPr>
        </p:nvSpPr>
        <p:spPr bwMode="auto">
          <a:xfrm>
            <a:off x="143720" y="145206"/>
            <a:ext cx="11917100" cy="514551"/>
          </a:xfrm>
          <a:prstGeom prst="rect">
            <a:avLst/>
          </a:prstGeom>
          <a:noFill/>
        </p:spPr>
        <p:txBody>
          <a:bodyPr rtlCol="0"/>
          <a:lstStyle>
            <a:defPPr>
              <a:defRPr lang="es-ES"/>
            </a:defPPr>
          </a:lstStyle>
          <a:p>
            <a:pPr algn="ctr" rtl="0">
              <a:defRPr/>
            </a:pPr>
            <a:r>
              <a:rPr lang="es-ES" sz="2800" b="1"/>
              <a:t>Definición del proyecto</a:t>
            </a:r>
            <a:endParaRPr/>
          </a:p>
        </p:txBody>
      </p:sp>
      <p:sp>
        <p:nvSpPr>
          <p:cNvPr id="433412354" name="Marcador de contenido 3"/>
          <p:cNvSpPr>
            <a:spLocks noGrp="1"/>
          </p:cNvSpPr>
          <p:nvPr>
            <p:ph sz="half" idx="14"/>
          </p:nvPr>
        </p:nvSpPr>
        <p:spPr bwMode="auto">
          <a:xfrm>
            <a:off x="544994" y="859802"/>
            <a:ext cx="11435788" cy="5479307"/>
          </a:xfrm>
          <a:prstGeom prst="rect">
            <a:avLst/>
          </a:prstGeom>
          <a:solidFill>
            <a:schemeClr val="bg1"/>
          </a:solidFill>
        </p:spPr>
        <p:txBody>
          <a:bodyPr rtlCol="0">
            <a:normAutofit/>
          </a:bodyPr>
          <a:lstStyle>
            <a:defPPr>
              <a:defRPr lang="es-ES"/>
            </a:defPPr>
          </a:lstStyle>
          <a:p>
            <a:pPr algn="just">
              <a:defRPr/>
            </a:pPr>
            <a:r>
              <a:rPr lang="es-ES"/>
              <a:t>En resumen. </a:t>
            </a:r>
            <a:endParaRPr/>
          </a:p>
          <a:p>
            <a:pPr algn="ctr">
              <a:defRPr/>
            </a:pPr>
            <a:r>
              <a:rPr lang="es-ES" b="1"/>
              <a:t>Arka ha decidido enfocar su inversión en transformación digital para fortalecer sus operaciones de: </a:t>
            </a:r>
            <a:endParaRPr/>
          </a:p>
          <a:p>
            <a:pPr marL="285750" indent="-285750" algn="just">
              <a:buFont typeface="Wingdings"/>
              <a:buChar char="ü"/>
              <a:defRPr/>
            </a:pPr>
            <a:r>
              <a:rPr lang="es-ES"/>
              <a:t>Gestión de inventario y abastecimiento de mercancía con proveedores. </a:t>
            </a:r>
            <a:endParaRPr/>
          </a:p>
          <a:p>
            <a:pPr marL="285750" indent="-285750" algn="just">
              <a:buFont typeface="Wingdings"/>
              <a:buChar char="ü"/>
              <a:defRPr/>
            </a:pPr>
            <a:r>
              <a:rPr lang="es-ES"/>
              <a:t>Procesos de venta. </a:t>
            </a:r>
            <a:endParaRPr/>
          </a:p>
          <a:p>
            <a:pPr marL="285750" indent="-285750" algn="just">
              <a:buFont typeface="Wingdings"/>
              <a:buChar char="ü"/>
              <a:defRPr/>
            </a:pPr>
            <a:r>
              <a:rPr lang="es-ES"/>
              <a:t>Mejora en los flujos asociados a las órdenes de compra. </a:t>
            </a:r>
            <a:endParaRPr/>
          </a:p>
          <a:p>
            <a:pPr marL="285750" indent="-285750" algn="just">
              <a:buFont typeface="Wingdings"/>
              <a:buChar char="ü"/>
              <a:defRPr/>
            </a:pPr>
            <a:r>
              <a:rPr lang="es-ES"/>
              <a:t>Reportes semanales de venta. </a:t>
            </a:r>
            <a:endParaRPr/>
          </a:p>
          <a:p>
            <a:pPr marL="285750" indent="-285750" algn="just">
              <a:buFont typeface="Wingdings"/>
              <a:buChar char="ü"/>
              <a:defRPr/>
            </a:pPr>
            <a:r>
              <a:rPr lang="es-ES"/>
              <a:t>Reporte de productos por abastecer. </a:t>
            </a:r>
            <a:endParaRPr/>
          </a:p>
          <a:p>
            <a:pPr marL="285750" indent="-285750" algn="just">
              <a:buFont typeface="Wingdings"/>
              <a:buChar char="ü"/>
              <a:defRPr/>
            </a:pPr>
            <a:r>
              <a:rPr lang="es-ES"/>
              <a:t>Disminuir la cantidad de carritos abandonados. </a:t>
            </a:r>
            <a:endParaRPr/>
          </a:p>
          <a:p>
            <a:pPr marL="285750" indent="-285750" algn="just">
              <a:buFont typeface="Wingdings"/>
              <a:buChar char="ü"/>
              <a:defRPr/>
            </a:pPr>
            <a:r>
              <a:rPr lang="es-ES"/>
              <a:t>Actualización del stock de productos.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5627292" name="Título 1"/>
          <p:cNvSpPr>
            <a:spLocks noGrp="1"/>
          </p:cNvSpPr>
          <p:nvPr>
            <p:ph type="title"/>
          </p:nvPr>
        </p:nvSpPr>
        <p:spPr bwMode="auto">
          <a:xfrm>
            <a:off x="143719" y="145206"/>
            <a:ext cx="11917099" cy="341176"/>
          </a:xfrm>
          <a:prstGeom prst="rect">
            <a:avLst/>
          </a:prstGeom>
          <a:noFill/>
        </p:spPr>
        <p:txBody>
          <a:bodyPr rtlCol="0"/>
          <a:lstStyle>
            <a:defPPr>
              <a:defRPr lang="es-ES"/>
            </a:defPPr>
          </a:lstStyle>
          <a:p>
            <a:pPr algn="ctr" rtl="0">
              <a:defRPr/>
            </a:pPr>
            <a:r>
              <a:rPr lang="es-ES" sz="2400" b="1"/>
              <a:t>Dominio principal</a:t>
            </a:r>
            <a:endParaRPr/>
          </a:p>
        </p:txBody>
      </p:sp>
      <p:sp>
        <p:nvSpPr>
          <p:cNvPr id="556094790" name="Marcador de contenido 3"/>
          <p:cNvSpPr>
            <a:spLocks noGrp="1"/>
          </p:cNvSpPr>
          <p:nvPr>
            <p:ph sz="half" idx="14"/>
          </p:nvPr>
        </p:nvSpPr>
        <p:spPr bwMode="auto">
          <a:xfrm>
            <a:off x="486628" y="729573"/>
            <a:ext cx="11435787" cy="5405253"/>
          </a:xfrm>
          <a:prstGeom prst="rect">
            <a:avLst/>
          </a:prstGeom>
          <a:solidFill>
            <a:schemeClr val="bg1"/>
          </a:solidFill>
        </p:spPr>
        <p:txBody>
          <a:bodyPr rtlCol="0">
            <a:normAutofit fontScale="92500" lnSpcReduction="10000"/>
          </a:bodyPr>
          <a:lstStyle>
            <a:defPPr>
              <a:defRPr lang="es-ES"/>
            </a:defPPr>
          </a:lstStyle>
          <a:p>
            <a:pPr algn="just">
              <a:defRPr/>
            </a:pPr>
            <a:r>
              <a:rPr lang="es-ES" sz="1800" b="1" i="0" u="none" strike="noStrike" cap="none" spc="0">
                <a:solidFill>
                  <a:schemeClr val="tx1"/>
                </a:solidFill>
                <a:latin typeface="Univers Light"/>
                <a:ea typeface="Univers Light"/>
                <a:cs typeface="Univers Light"/>
              </a:rPr>
              <a:t>Dominio Principal </a:t>
            </a:r>
            <a:endParaRPr lang="es-ES" sz="1800" b="0" i="0" u="none" strike="noStrike" cap="none" spc="0">
              <a:solidFill>
                <a:schemeClr val="tx1"/>
              </a:solidFill>
              <a:latin typeface="Univers Light"/>
              <a:ea typeface="Univers Light"/>
              <a:cs typeface="Univers Light"/>
            </a:endParaRPr>
          </a:p>
          <a:p>
            <a:pPr algn="just">
              <a:defRPr/>
            </a:pPr>
            <a:r>
              <a:rPr lang="es-ES" sz="1800" b="0" i="0" u="none" strike="noStrike" cap="none" spc="0">
                <a:solidFill>
                  <a:schemeClr val="tx1"/>
                </a:solidFill>
                <a:latin typeface="Univers Light"/>
                <a:ea typeface="Univers Light"/>
                <a:cs typeface="Univers Light"/>
              </a:rPr>
              <a:t>Gestión de Inventario y Órdenes (e-</a:t>
            </a:r>
            <a:r>
              <a:rPr lang="es-ES" sz="1800" b="0" i="0" u="none" strike="noStrike" cap="none" spc="0">
                <a:solidFill>
                  <a:schemeClr val="tx1"/>
                </a:solidFill>
                <a:latin typeface="Univers Light"/>
                <a:ea typeface="Univers Light"/>
                <a:cs typeface="Univers Light"/>
              </a:rPr>
              <a:t>commerce</a:t>
            </a:r>
            <a:r>
              <a:rPr lang="es-ES" sz="1800" b="0" i="0" u="none" strike="noStrike" cap="none" spc="0">
                <a:solidFill>
                  <a:schemeClr val="tx1"/>
                </a:solidFill>
                <a:latin typeface="Univers Light"/>
                <a:ea typeface="Univers Light"/>
                <a:cs typeface="Univers Light"/>
              </a:rPr>
              <a:t> B2C/B2B ligero). Motivación: permitir registrar productos, gestionar stock, crear y modificar órdenes, generar reportes y manejar carritos/</a:t>
            </a:r>
            <a:r>
              <a:rPr lang="es-ES" sz="1800" b="0" i="0" u="none" strike="noStrike" cap="none" spc="0">
                <a:solidFill>
                  <a:schemeClr val="tx1"/>
                </a:solidFill>
                <a:latin typeface="Univers Light"/>
                <a:ea typeface="Univers Light"/>
                <a:cs typeface="Univers Light"/>
              </a:rPr>
              <a:t>notifications</a:t>
            </a:r>
            <a:r>
              <a:rPr lang="es-ES" sz="1800" b="0" i="0" u="none" strike="noStrike" cap="none" spc="0">
                <a:solidFill>
                  <a:schemeClr val="tx1"/>
                </a:solidFill>
                <a:latin typeface="Univers Light"/>
                <a:ea typeface="Univers Light"/>
                <a:cs typeface="Univers Light"/>
              </a:rPr>
              <a:t> </a:t>
            </a:r>
            <a:endParaRPr/>
          </a:p>
          <a:p>
            <a:pPr algn="just">
              <a:defRPr/>
            </a:pPr>
            <a:endParaRPr/>
          </a:p>
          <a:p>
            <a:pPr algn="just">
              <a:defRPr/>
            </a:pPr>
            <a:r>
              <a:rPr lang="es-ES" b="1"/>
              <a:t>Eventos de dominio (</a:t>
            </a:r>
            <a:r>
              <a:rPr lang="es-ES" b="1"/>
              <a:t>Domain</a:t>
            </a:r>
            <a:r>
              <a:rPr lang="es-ES" b="1"/>
              <a:t> </a:t>
            </a:r>
            <a:r>
              <a:rPr lang="es-ES" b="1"/>
              <a:t>Events</a:t>
            </a:r>
            <a:r>
              <a:rPr lang="es-ES" b="1"/>
              <a:t>)</a:t>
            </a:r>
            <a:endParaRPr/>
          </a:p>
          <a:p>
            <a:pPr marL="342900" indent="-342900" algn="just">
              <a:buFont typeface="+mj-lt"/>
              <a:buAutoNum type="arabicPeriod"/>
              <a:defRPr/>
            </a:pPr>
            <a:r>
              <a:rPr lang="es-ES"/>
              <a:t>ProductoRegistrado</a:t>
            </a:r>
            <a:endParaRPr lang="es-ES"/>
          </a:p>
          <a:p>
            <a:pPr marL="342900" indent="-342900" algn="just">
              <a:buFont typeface="+mj-lt"/>
              <a:buAutoNum type="arabicPeriod"/>
              <a:defRPr/>
            </a:pPr>
            <a:r>
              <a:rPr lang="es-ES"/>
              <a:t>StockActualizado</a:t>
            </a:r>
            <a:endParaRPr lang="es-ES"/>
          </a:p>
          <a:p>
            <a:pPr marL="342900" indent="-342900" algn="just">
              <a:buFont typeface="+mj-lt"/>
              <a:buAutoNum type="arabicPeriod"/>
              <a:defRPr/>
            </a:pPr>
            <a:r>
              <a:rPr lang="es-ES"/>
              <a:t>StockBajoDetectado</a:t>
            </a:r>
            <a:endParaRPr lang="es-ES"/>
          </a:p>
          <a:p>
            <a:pPr marL="342900" indent="-342900" algn="just">
              <a:buFont typeface="+mj-lt"/>
              <a:buAutoNum type="arabicPeriod"/>
              <a:defRPr/>
            </a:pPr>
            <a:r>
              <a:rPr lang="es-ES"/>
              <a:t>OrdenCreada</a:t>
            </a:r>
            <a:endParaRPr lang="es-ES"/>
          </a:p>
          <a:p>
            <a:pPr marL="342900" indent="-342900" algn="just">
              <a:buFont typeface="+mj-lt"/>
              <a:buAutoNum type="arabicPeriod"/>
              <a:defRPr/>
            </a:pPr>
            <a:r>
              <a:rPr lang="es-ES"/>
              <a:t>OrdenModificada</a:t>
            </a:r>
            <a:endParaRPr lang="es-ES"/>
          </a:p>
          <a:p>
            <a:pPr marL="342900" indent="-342900" algn="just">
              <a:buFont typeface="+mj-lt"/>
              <a:buAutoNum type="arabicPeriod"/>
              <a:defRPr/>
            </a:pPr>
            <a:r>
              <a:rPr lang="es-ES"/>
              <a:t>EstadoPedidoCambiado</a:t>
            </a:r>
            <a:r>
              <a:rPr lang="es-ES"/>
              <a:t> (pendiente → confirmado → </a:t>
            </a:r>
            <a:r>
              <a:rPr lang="es-ES"/>
              <a:t>en_despacho</a:t>
            </a:r>
            <a:r>
              <a:rPr lang="es-ES"/>
              <a:t> → entregado)</a:t>
            </a:r>
            <a:endParaRPr/>
          </a:p>
          <a:p>
            <a:pPr marL="342900" indent="-342900" algn="just">
              <a:buFont typeface="+mj-lt"/>
              <a:buAutoNum type="arabicPeriod"/>
              <a:defRPr/>
            </a:pPr>
            <a:r>
              <a:rPr lang="es-ES"/>
              <a:t>Orden</a:t>
            </a:r>
            <a:r>
              <a:rPr lang="es-ES"/>
              <a:t>Abandonado</a:t>
            </a:r>
            <a:endParaRPr lang="es-ES"/>
          </a:p>
          <a:p>
            <a:pPr marL="342900" indent="-342900" algn="just">
              <a:buFont typeface="+mj-lt"/>
              <a:buAutoNum type="arabicPeriod"/>
              <a:defRPr/>
            </a:pPr>
            <a:r>
              <a:rPr lang="es-ES"/>
              <a:t>ReporteSemanalGenerado</a:t>
            </a:r>
            <a:endParaRPr lang="es-ES"/>
          </a:p>
          <a:p>
            <a:pPr marL="342900" indent="-342900" algn="just">
              <a:buFont typeface="+mj-lt"/>
              <a:buAutoNum type="arabicPeriod"/>
              <a:defRPr/>
            </a:pPr>
            <a:r>
              <a:rPr lang="es-ES"/>
              <a:t>NotificacionEnviada</a:t>
            </a:r>
            <a:endParaRPr lang="es-E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394117" name="Título 1"/>
          <p:cNvSpPr>
            <a:spLocks noGrp="1"/>
          </p:cNvSpPr>
          <p:nvPr>
            <p:ph type="title"/>
          </p:nvPr>
        </p:nvSpPr>
        <p:spPr bwMode="auto">
          <a:xfrm>
            <a:off x="143720" y="209754"/>
            <a:ext cx="11917100" cy="341177"/>
          </a:xfrm>
          <a:prstGeom prst="rect">
            <a:avLst/>
          </a:prstGeom>
          <a:noFill/>
        </p:spPr>
        <p:txBody>
          <a:bodyPr rtlCol="0"/>
          <a:lstStyle>
            <a:defPPr>
              <a:defRPr lang="es-ES"/>
            </a:defPPr>
          </a:lstStyle>
          <a:p>
            <a:pPr algn="ctr" rtl="0">
              <a:defRPr/>
            </a:pPr>
            <a:r>
              <a:rPr lang="es-ES" sz="2400" b="1"/>
              <a:t>Modelo de dominio</a:t>
            </a:r>
            <a:endParaRPr/>
          </a:p>
        </p:txBody>
      </p:sp>
      <p:sp>
        <p:nvSpPr>
          <p:cNvPr id="772101187" name="Marcador de contenido 3"/>
          <p:cNvSpPr>
            <a:spLocks noGrp="1"/>
          </p:cNvSpPr>
          <p:nvPr>
            <p:ph sz="half" idx="14"/>
          </p:nvPr>
        </p:nvSpPr>
        <p:spPr bwMode="auto">
          <a:xfrm>
            <a:off x="486629" y="729574"/>
            <a:ext cx="11435788" cy="5405254"/>
          </a:xfrm>
          <a:prstGeom prst="rect">
            <a:avLst/>
          </a:prstGeom>
          <a:solidFill>
            <a:schemeClr val="bg1"/>
          </a:solidFill>
        </p:spPr>
        <p:txBody>
          <a:bodyPr vertOverflow="overflow" horzOverflow="overflow" vert="horz" wrap="square" lIns="91440" tIns="45720" rIns="91440" bIns="45720" numCol="1" spcCol="0" rtlCol="0" fromWordArt="0" anchor="t" anchorCtr="0" forceAA="0" compatLnSpc="0">
            <a:normAutofit/>
          </a:bodyPr>
          <a:lstStyle>
            <a:defPPr>
              <a:defRPr lang="es-ES"/>
            </a:defPPr>
          </a:lstStyle>
          <a:p>
            <a:pPr algn="just">
              <a:defRPr/>
            </a:pPr>
            <a:r>
              <a:rPr lang="es-ES"/>
              <a:t>Se determino que para solventar la necesidad de ARKA se debe basar en las siguientes entidades dentro del modelo de dominio:</a:t>
            </a:r>
            <a:endParaRPr/>
          </a:p>
          <a:p>
            <a:pPr algn="just">
              <a:defRPr/>
            </a:pPr>
            <a:r>
              <a:rPr lang="es-ES"/>
              <a:t>Entidades principales y atributos:</a:t>
            </a:r>
            <a:endParaRPr/>
          </a:p>
          <a:p>
            <a:pPr marL="283879" indent="-283879">
              <a:buFont typeface="Arial"/>
              <a:buChar char="•"/>
              <a:defRPr/>
            </a:pPr>
            <a:r>
              <a:rPr lang="es-ES" sz="1800" b="1" i="1" u="none" strike="noStrike" cap="none" spc="0">
                <a:solidFill>
                  <a:schemeClr val="tx1"/>
                </a:solidFill>
                <a:latin typeface="Univers Light"/>
                <a:ea typeface="Univers Light"/>
                <a:cs typeface="Univers Light"/>
              </a:rPr>
              <a:t>Inventario</a:t>
            </a:r>
            <a:endParaRPr lang="es-ES" sz="1800" b="0" i="0" u="none" strike="noStrike" cap="none" spc="0">
              <a:solidFill>
                <a:schemeClr val="tx1"/>
              </a:solidFill>
              <a:latin typeface="Univers Light"/>
              <a:cs typeface="Univers Light"/>
            </a:endParaRPr>
          </a:p>
          <a:p>
            <a:pPr marL="683929" lvl="1" indent="-283879">
              <a:buFont typeface="Arial"/>
              <a:buChar char="•"/>
              <a:defRPr/>
            </a:pPr>
            <a:r>
              <a:rPr lang="es-ES" sz="1800" b="0" i="0" u="none" strike="noStrike" cap="none" spc="0">
                <a:solidFill>
                  <a:schemeClr val="tx1"/>
                </a:solidFill>
                <a:latin typeface="Univers Light"/>
                <a:ea typeface="Univers Light"/>
                <a:cs typeface="Univers Light"/>
              </a:rPr>
              <a:t>id, nombre, </a:t>
            </a:r>
            <a:r>
              <a:rPr lang="es-ES" sz="1800" b="0" i="0" u="none" strike="noStrike" cap="none" spc="0">
                <a:solidFill>
                  <a:schemeClr val="tx1"/>
                </a:solidFill>
                <a:latin typeface="Univers Light"/>
                <a:ea typeface="Univers Light"/>
                <a:cs typeface="Univers Light"/>
              </a:rPr>
              <a:t>descripcion</a:t>
            </a:r>
            <a:r>
              <a:rPr lang="es-ES" sz="1800" b="0" i="0" u="none" strike="noStrike" cap="none" spc="0">
                <a:solidFill>
                  <a:schemeClr val="tx1"/>
                </a:solidFill>
                <a:latin typeface="Univers Light"/>
                <a:ea typeface="Univers Light"/>
                <a:cs typeface="Univers Light"/>
              </a:rPr>
              <a:t>, precio, </a:t>
            </a:r>
            <a:r>
              <a:rPr lang="es-ES" sz="1800" b="0" i="0" u="none" strike="noStrike" cap="none" spc="0">
                <a:solidFill>
                  <a:schemeClr val="tx1"/>
                </a:solidFill>
                <a:latin typeface="Univers Light"/>
                <a:ea typeface="Univers Light"/>
                <a:cs typeface="Univers Light"/>
              </a:rPr>
              <a:t>categoria</a:t>
            </a:r>
            <a:endParaRPr lang="es-ES" sz="1800" b="0" i="0" u="none" strike="noStrike" cap="none" spc="0">
              <a:solidFill>
                <a:schemeClr val="tx1"/>
              </a:solidFill>
              <a:latin typeface="Univers Light"/>
              <a:cs typeface="Univers Light"/>
            </a:endParaRPr>
          </a:p>
          <a:p>
            <a:pPr marL="283879" indent="-283879">
              <a:buFont typeface="Arial"/>
              <a:buChar char="•"/>
              <a:defRPr/>
            </a:pPr>
            <a:r>
              <a:rPr lang="es-MX" sz="1800" b="1" i="1" u="none" strike="noStrike" cap="none" spc="0">
                <a:solidFill>
                  <a:schemeClr val="tx1"/>
                </a:solidFill>
                <a:latin typeface="Univers Light"/>
                <a:ea typeface="Univers Light"/>
                <a:cs typeface="Univers Light"/>
              </a:rPr>
              <a:t>Inventario</a:t>
            </a:r>
            <a:endParaRPr lang="es-ES" sz="1800" b="0" i="0" u="none" strike="noStrike" cap="none" spc="0">
              <a:solidFill>
                <a:schemeClr val="tx1"/>
              </a:solidFill>
              <a:latin typeface="Univers Light"/>
              <a:cs typeface="Univers Light"/>
            </a:endParaRPr>
          </a:p>
          <a:p>
            <a:pPr marL="683929" lvl="1" indent="-283879">
              <a:buFont typeface="Arial"/>
              <a:buChar char="•"/>
              <a:defRPr/>
            </a:pPr>
            <a:r>
              <a:rPr lang="es-MX" sz="1800" b="0" i="0" u="none" strike="noStrike" cap="none" spc="0">
                <a:solidFill>
                  <a:schemeClr val="tx1"/>
                </a:solidFill>
                <a:latin typeface="Univers Light"/>
                <a:ea typeface="Univers Light"/>
                <a:cs typeface="Univers Light"/>
              </a:rPr>
              <a:t>id, </a:t>
            </a:r>
            <a:r>
              <a:rPr lang="es-ES" sz="1800" b="0" i="0" u="none" strike="noStrike" cap="none" spc="0">
                <a:solidFill>
                  <a:schemeClr val="tx1"/>
                </a:solidFill>
                <a:latin typeface="Univers Light"/>
                <a:ea typeface="Univers Light"/>
                <a:cs typeface="Univers Light"/>
              </a:rPr>
              <a:t>productoId</a:t>
            </a:r>
            <a:r>
              <a:rPr lang="es-ES" sz="1800" b="0" i="0" u="none" strike="noStrike" cap="none" spc="0">
                <a:solidFill>
                  <a:schemeClr val="tx1"/>
                </a:solidFill>
                <a:latin typeface="Univers Light"/>
                <a:ea typeface="Univers Light"/>
                <a:cs typeface="Univers Light"/>
              </a:rPr>
              <a:t>, </a:t>
            </a:r>
            <a:r>
              <a:rPr lang="es-MX" sz="1800" b="0" i="0" u="none" strike="noStrike" cap="none" spc="0">
                <a:solidFill>
                  <a:schemeClr val="tx1"/>
                </a:solidFill>
                <a:latin typeface="Univers Light"/>
                <a:ea typeface="Univers Light"/>
                <a:cs typeface="Univers Light"/>
              </a:rPr>
              <a:t>stockActual</a:t>
            </a:r>
            <a:r>
              <a:rPr lang="es-ES" sz="1800" b="0" i="0" u="none" strike="noStrike" cap="none" spc="0">
                <a:solidFill>
                  <a:schemeClr val="tx1"/>
                </a:solidFill>
                <a:latin typeface="Univers Light"/>
                <a:ea typeface="Univers Light"/>
                <a:cs typeface="Univers Light"/>
              </a:rPr>
              <a:t>,</a:t>
            </a:r>
            <a:r>
              <a:rPr lang="es-MX" sz="1800" b="0" i="0" u="none" strike="noStrike" cap="none" spc="0">
                <a:solidFill>
                  <a:schemeClr val="tx1"/>
                </a:solidFill>
                <a:latin typeface="Univers Light"/>
                <a:ea typeface="Univers Light"/>
                <a:cs typeface="Univers Light"/>
              </a:rPr>
              <a:t> </a:t>
            </a:r>
            <a:r>
              <a:rPr lang="es-MX" sz="1800" b="0" i="0" u="none" strike="noStrike" cap="none" spc="0">
                <a:solidFill>
                  <a:schemeClr val="tx1"/>
                </a:solidFill>
                <a:latin typeface="Univers Light"/>
                <a:ea typeface="Univers Light"/>
                <a:cs typeface="Univers Light"/>
              </a:rPr>
              <a:t>umbralMinimo</a:t>
            </a:r>
            <a:r>
              <a:rPr lang="es-ES" sz="1800" b="0" i="0" u="none" strike="noStrike" cap="none" spc="0">
                <a:solidFill>
                  <a:schemeClr val="tx1"/>
                </a:solidFill>
                <a:latin typeface="Univers Light"/>
                <a:ea typeface="Univers Light"/>
                <a:cs typeface="Univers Light"/>
              </a:rPr>
              <a:t>, </a:t>
            </a:r>
            <a:r>
              <a:rPr lang="es-MX" sz="1800" b="0" i="0" u="none" strike="noStrike" cap="none" spc="0">
                <a:solidFill>
                  <a:schemeClr val="tx1"/>
                </a:solidFill>
                <a:latin typeface="Univers Light"/>
                <a:ea typeface="Univers Light"/>
                <a:cs typeface="Univers Light"/>
              </a:rPr>
              <a:t>fechaActualizacion</a:t>
            </a:r>
            <a:endParaRPr lang="es-ES" sz="1800" b="0" i="0" u="none" strike="noStrike" cap="none" spc="0">
              <a:solidFill>
                <a:schemeClr val="tx1"/>
              </a:solidFill>
              <a:latin typeface="Univers Light"/>
              <a:cs typeface="Univers Light"/>
            </a:endParaRPr>
          </a:p>
          <a:p>
            <a:pPr marL="283879" indent="-283879">
              <a:buFont typeface="Arial"/>
              <a:buChar char="•"/>
              <a:defRPr/>
            </a:pPr>
            <a:r>
              <a:rPr lang="es-MX" sz="1800" b="1" i="1" u="none" strike="noStrike" cap="none" spc="0">
                <a:solidFill>
                  <a:schemeClr val="tx1"/>
                </a:solidFill>
                <a:latin typeface="Univers Light"/>
                <a:ea typeface="Univers Light"/>
                <a:cs typeface="Univers Light"/>
              </a:rPr>
              <a:t>HistoricoInventario</a:t>
            </a:r>
            <a:endParaRPr lang="es-ES" sz="1800" b="0" i="0" u="none" strike="noStrike" cap="none" spc="0">
              <a:solidFill>
                <a:schemeClr val="tx1"/>
              </a:solidFill>
              <a:latin typeface="Univers Light"/>
              <a:cs typeface="Univers Light"/>
            </a:endParaRPr>
          </a:p>
          <a:p>
            <a:pPr marL="683929" lvl="1" indent="-283879">
              <a:buFont typeface="Arial"/>
              <a:buChar char="•"/>
              <a:defRPr/>
            </a:pPr>
            <a:r>
              <a:rPr lang="es-ES" sz="1800" b="0" i="0" u="none" strike="noStrike" cap="none" spc="0">
                <a:solidFill>
                  <a:schemeClr val="tx1"/>
                </a:solidFill>
                <a:latin typeface="Univers Light"/>
                <a:ea typeface="Univers Light"/>
                <a:cs typeface="Univers Light"/>
              </a:rPr>
              <a:t>id, </a:t>
            </a:r>
            <a:r>
              <a:rPr lang="es-ES" sz="1800" b="0" i="0" u="none" strike="noStrike" cap="none" spc="0">
                <a:solidFill>
                  <a:schemeClr val="tx1"/>
                </a:solidFill>
                <a:latin typeface="Univers Light"/>
                <a:ea typeface="Univers Light"/>
                <a:cs typeface="Univers Light"/>
              </a:rPr>
              <a:t>productoId</a:t>
            </a:r>
            <a:r>
              <a:rPr lang="es-ES" sz="1800" b="0" i="0" u="none" strike="noStrike" cap="none" spc="0">
                <a:solidFill>
                  <a:schemeClr val="tx1"/>
                </a:solidFill>
                <a:latin typeface="Univers Light"/>
                <a:ea typeface="Univers Light"/>
                <a:cs typeface="Univers Light"/>
              </a:rPr>
              <a:t>, </a:t>
            </a:r>
            <a:r>
              <a:rPr lang="es-MX" sz="1800" b="0" i="0" u="none" strike="noStrike" cap="none" spc="0">
                <a:solidFill>
                  <a:schemeClr val="tx1"/>
                </a:solidFill>
                <a:latin typeface="Univers Light"/>
                <a:ea typeface="Univers Light"/>
                <a:cs typeface="Univers Light"/>
              </a:rPr>
              <a:t>cantidaAnterior</a:t>
            </a:r>
            <a:r>
              <a:rPr lang="es-ES" sz="1800" b="0" i="0" u="none" strike="noStrike" cap="none" spc="0">
                <a:solidFill>
                  <a:schemeClr val="tx1"/>
                </a:solidFill>
                <a:latin typeface="Univers Light"/>
                <a:ea typeface="Univers Light"/>
                <a:cs typeface="Univers Light"/>
              </a:rPr>
              <a:t>, </a:t>
            </a:r>
            <a:r>
              <a:rPr lang="es-MX" sz="1800" b="0" i="0" u="none" strike="noStrike" cap="none" spc="0">
                <a:solidFill>
                  <a:schemeClr val="tx1"/>
                </a:solidFill>
                <a:latin typeface="Univers Light"/>
                <a:ea typeface="Univers Light"/>
                <a:cs typeface="Univers Light"/>
              </a:rPr>
              <a:t>cantidadNueva</a:t>
            </a:r>
            <a:r>
              <a:rPr lang="es-MX" sz="1800" b="0" i="0" u="none" strike="noStrike" cap="none" spc="0">
                <a:solidFill>
                  <a:schemeClr val="tx1"/>
                </a:solidFill>
                <a:latin typeface="Univers Light"/>
                <a:ea typeface="Univers Light"/>
                <a:cs typeface="Univers Light"/>
              </a:rPr>
              <a:t>, motivo</a:t>
            </a:r>
            <a:r>
              <a:rPr lang="es-ES" sz="1800" b="0" i="0" u="none" strike="noStrike" cap="none" spc="0">
                <a:solidFill>
                  <a:schemeClr val="tx1"/>
                </a:solidFill>
                <a:latin typeface="Univers Light"/>
                <a:ea typeface="Univers Light"/>
                <a:cs typeface="Univers Light"/>
              </a:rPr>
              <a:t>, fecha</a:t>
            </a:r>
            <a:endParaRPr lang="es-ES" sz="1800" b="0" i="0" u="none" strike="noStrike" cap="none" spc="0">
              <a:solidFill>
                <a:schemeClr val="tx1"/>
              </a:solidFill>
              <a:latin typeface="Univers Light"/>
              <a:cs typeface="Univers Light"/>
            </a:endParaRPr>
          </a:p>
          <a:p>
            <a:pPr marL="283879" indent="-283879">
              <a:buFont typeface="Arial"/>
              <a:buChar char="•"/>
              <a:defRPr/>
            </a:pPr>
            <a:r>
              <a:rPr lang="es-ES" sz="1800" b="1" i="1" u="none" strike="noStrike" cap="none" spc="0">
                <a:solidFill>
                  <a:schemeClr val="tx1"/>
                </a:solidFill>
                <a:latin typeface="Univers Light"/>
                <a:ea typeface="Univers Light"/>
                <a:cs typeface="Univers Light"/>
              </a:rPr>
              <a:t>Orden</a:t>
            </a:r>
            <a:endParaRPr lang="es-ES" sz="1800" b="0" i="0" u="none" strike="noStrike" cap="none" spc="0">
              <a:solidFill>
                <a:schemeClr val="tx1"/>
              </a:solidFill>
              <a:latin typeface="Univers Light"/>
              <a:cs typeface="Univers Light"/>
            </a:endParaRPr>
          </a:p>
          <a:p>
            <a:pPr marL="683929" lvl="1" indent="-283879">
              <a:buFont typeface="Arial"/>
              <a:buChar char="•"/>
              <a:defRPr/>
            </a:pPr>
            <a:r>
              <a:rPr lang="es-ES" sz="1800" b="0" i="0" u="none" strike="noStrike" cap="none" spc="0">
                <a:solidFill>
                  <a:schemeClr val="tx1"/>
                </a:solidFill>
                <a:latin typeface="Univers Light"/>
                <a:ea typeface="Univers Light"/>
                <a:cs typeface="Univers Light"/>
              </a:rPr>
              <a:t>id,</a:t>
            </a:r>
            <a:r>
              <a:rPr lang="es-MX" sz="1800" b="0" i="0" u="none" strike="noStrike" cap="none" spc="0">
                <a:solidFill>
                  <a:schemeClr val="tx1"/>
                </a:solidFill>
                <a:latin typeface="Univers Light"/>
                <a:ea typeface="Univers Light"/>
                <a:cs typeface="Univers Light"/>
              </a:rPr>
              <a:t> </a:t>
            </a:r>
            <a:r>
              <a:rPr lang="es-ES" sz="1800" b="0" i="0" u="none" strike="noStrike" cap="none" spc="0">
                <a:solidFill>
                  <a:schemeClr val="tx1"/>
                </a:solidFill>
                <a:latin typeface="Univers Light"/>
                <a:ea typeface="Univers Light"/>
                <a:cs typeface="Univers Light"/>
              </a:rPr>
              <a:t>correo</a:t>
            </a:r>
            <a:r>
              <a:rPr lang="es-MX" sz="1800" b="0" i="0" u="none" strike="noStrike" cap="none" spc="0">
                <a:solidFill>
                  <a:schemeClr val="tx1"/>
                </a:solidFill>
                <a:latin typeface="Univers Light"/>
                <a:ea typeface="Univers Light"/>
                <a:cs typeface="Univers Light"/>
              </a:rPr>
              <a:t>,</a:t>
            </a:r>
            <a:r>
              <a:rPr lang="es-ES" sz="1800" b="0" i="0" u="none" strike="noStrike" cap="none" spc="0">
                <a:solidFill>
                  <a:schemeClr val="tx1"/>
                </a:solidFill>
                <a:latin typeface="Univers Light"/>
                <a:ea typeface="Univers Light"/>
                <a:cs typeface="Univers Light"/>
              </a:rPr>
              <a:t> nombre</a:t>
            </a:r>
            <a:r>
              <a:rPr lang="es-MX" sz="1800" b="0" i="0" u="none" strike="noStrike" cap="none" spc="0">
                <a:solidFill>
                  <a:schemeClr val="tx1"/>
                </a:solidFill>
                <a:latin typeface="Univers Light"/>
                <a:ea typeface="Univers Light"/>
                <a:cs typeface="Univers Light"/>
              </a:rPr>
              <a:t>C</a:t>
            </a:r>
            <a:r>
              <a:rPr lang="es-ES" sz="1800" b="0" i="0" u="none" strike="noStrike" cap="none" spc="0">
                <a:solidFill>
                  <a:schemeClr val="tx1"/>
                </a:solidFill>
                <a:latin typeface="Univers Light"/>
                <a:ea typeface="Univers Light"/>
                <a:cs typeface="Univers Light"/>
              </a:rPr>
              <a:t>liente</a:t>
            </a:r>
            <a:r>
              <a:rPr lang="es-MX" sz="1800" b="0" i="0" u="none" strike="noStrike" cap="none" spc="0">
                <a:solidFill>
                  <a:schemeClr val="tx1"/>
                </a:solidFill>
                <a:latin typeface="Univers Light"/>
                <a:ea typeface="Univers Light"/>
                <a:cs typeface="Univers Light"/>
              </a:rPr>
              <a:t>, </a:t>
            </a:r>
            <a:r>
              <a:rPr lang="es-ES" sz="1800" b="0" i="0" u="none" strike="noStrike" cap="none" spc="0">
                <a:solidFill>
                  <a:schemeClr val="tx1"/>
                </a:solidFill>
                <a:latin typeface="Univers Light"/>
                <a:ea typeface="Univers Light"/>
                <a:cs typeface="Univers Light"/>
              </a:rPr>
              <a:t>direccion</a:t>
            </a:r>
            <a:r>
              <a:rPr lang="es-MX" sz="1800" b="0" i="0" u="none" strike="noStrike" cap="none" spc="0">
                <a:solidFill>
                  <a:schemeClr val="tx1"/>
                </a:solidFill>
                <a:latin typeface="Univers Light"/>
                <a:ea typeface="Univers Light"/>
                <a:cs typeface="Univers Light"/>
              </a:rPr>
              <a:t>E</a:t>
            </a:r>
            <a:r>
              <a:rPr lang="es-ES" sz="1800" b="0" i="0" u="none" strike="noStrike" cap="none" spc="0">
                <a:solidFill>
                  <a:schemeClr val="tx1"/>
                </a:solidFill>
                <a:latin typeface="Univers Light"/>
                <a:ea typeface="Univers Light"/>
                <a:cs typeface="Univers Light"/>
              </a:rPr>
              <a:t>ntrega</a:t>
            </a:r>
            <a:r>
              <a:rPr lang="es-ES" sz="1800" b="0" i="0" u="none" strike="noStrike" cap="none" spc="0">
                <a:solidFill>
                  <a:schemeClr val="tx1"/>
                </a:solidFill>
                <a:latin typeface="Univers Light"/>
                <a:ea typeface="Univers Light"/>
                <a:cs typeface="Univers Light"/>
              </a:rPr>
              <a:t>, </a:t>
            </a:r>
            <a:r>
              <a:rPr lang="es-MX" sz="1800" b="0" i="0" u="none" strike="noStrike" cap="none" spc="0">
                <a:solidFill>
                  <a:schemeClr val="tx1"/>
                </a:solidFill>
                <a:latin typeface="Univers Light"/>
                <a:ea typeface="Univers Light"/>
                <a:cs typeface="Univers Light"/>
              </a:rPr>
              <a:t>subT</a:t>
            </a:r>
            <a:r>
              <a:rPr lang="es-ES" sz="1800" b="0" i="0" u="none" strike="noStrike" cap="none" spc="0">
                <a:solidFill>
                  <a:schemeClr val="tx1"/>
                </a:solidFill>
                <a:latin typeface="Univers Light"/>
                <a:ea typeface="Univers Light"/>
                <a:cs typeface="Univers Light"/>
              </a:rPr>
              <a:t>otal</a:t>
            </a:r>
            <a:r>
              <a:rPr lang="es-ES" sz="1800" b="0" i="0" u="none" strike="noStrike" cap="none" spc="0">
                <a:solidFill>
                  <a:schemeClr val="tx1"/>
                </a:solidFill>
                <a:latin typeface="Univers Light"/>
                <a:ea typeface="Univers Light"/>
                <a:cs typeface="Univers Light"/>
              </a:rPr>
              <a:t>, estado, </a:t>
            </a:r>
            <a:r>
              <a:rPr lang="es-ES" sz="1800" b="0" i="0" u="none" strike="noStrike" cap="none" spc="0">
                <a:solidFill>
                  <a:schemeClr val="tx1"/>
                </a:solidFill>
                <a:latin typeface="Univers Light"/>
                <a:ea typeface="Univers Light"/>
                <a:cs typeface="Univers Light"/>
              </a:rPr>
              <a:t>fechaCreacion</a:t>
            </a:r>
            <a:r>
              <a:rPr lang="es-ES" sz="1800" b="0" i="0" u="none" strike="noStrike" cap="none" spc="0">
                <a:solidFill>
                  <a:schemeClr val="tx1"/>
                </a:solidFill>
                <a:latin typeface="Univers Light"/>
                <a:ea typeface="Univers Light"/>
                <a:cs typeface="Univers Light"/>
              </a:rPr>
              <a:t>, </a:t>
            </a:r>
            <a:r>
              <a:rPr lang="es-ES" sz="1800" b="0" i="0" u="none" strike="noStrike" cap="none" spc="0">
                <a:solidFill>
                  <a:schemeClr val="tx1"/>
                </a:solidFill>
                <a:latin typeface="Univers Light"/>
                <a:ea typeface="Univers Light"/>
                <a:cs typeface="Univers Light"/>
              </a:rPr>
              <a:t>fechaModificacion</a:t>
            </a:r>
            <a:endParaRPr lang="es-ES" sz="1800" b="0" i="0" u="none" strike="noStrike" cap="none" spc="0">
              <a:solidFill>
                <a:schemeClr val="tx1"/>
              </a:solidFill>
              <a:latin typeface="Univers Light"/>
              <a:cs typeface="Univers Light"/>
            </a:endParaRPr>
          </a:p>
          <a:p>
            <a:pPr marL="283879" indent="-283879">
              <a:buFont typeface="Arial"/>
              <a:buChar char="•"/>
              <a:defRPr/>
            </a:pPr>
            <a:r>
              <a:rPr lang="es-MX" sz="1800" b="1" i="1" u="none" strike="noStrike" cap="none" spc="0">
                <a:solidFill>
                  <a:schemeClr val="tx1"/>
                </a:solidFill>
                <a:latin typeface="Univers Light"/>
                <a:ea typeface="Univers Light"/>
                <a:cs typeface="Univers Light"/>
              </a:rPr>
              <a:t>DetalleOrden</a:t>
            </a:r>
            <a:endParaRPr lang="es-ES" sz="1800" b="0" i="0" u="none" strike="noStrike" cap="none" spc="0">
              <a:solidFill>
                <a:schemeClr val="tx1"/>
              </a:solidFill>
              <a:latin typeface="Univers Light"/>
              <a:cs typeface="Univers Light"/>
            </a:endParaRPr>
          </a:p>
          <a:p>
            <a:pPr marL="683929" lvl="1" indent="-283879">
              <a:buFont typeface="Arial"/>
              <a:buChar char="•"/>
              <a:defRPr/>
            </a:pPr>
            <a:r>
              <a:rPr lang="es-ES" sz="1800" b="0" i="0" u="none" strike="noStrike" cap="none" spc="0">
                <a:solidFill>
                  <a:schemeClr val="tx1"/>
                </a:solidFill>
                <a:latin typeface="Univers Light"/>
                <a:ea typeface="Univers Light"/>
                <a:cs typeface="Univers Light"/>
              </a:rPr>
              <a:t>id, </a:t>
            </a:r>
            <a:r>
              <a:rPr lang="es-ES" sz="1800" b="0" i="0" u="none" strike="noStrike" cap="none" spc="0">
                <a:solidFill>
                  <a:schemeClr val="tx1"/>
                </a:solidFill>
                <a:latin typeface="Univers Light"/>
                <a:ea typeface="Univers Light"/>
                <a:cs typeface="Univers Light"/>
              </a:rPr>
              <a:t>ordenId</a:t>
            </a:r>
            <a:r>
              <a:rPr lang="es-ES" sz="1800" b="0" i="0" u="none" strike="noStrike" cap="none" spc="0">
                <a:solidFill>
                  <a:schemeClr val="tx1"/>
                </a:solidFill>
                <a:latin typeface="Univers Light"/>
                <a:ea typeface="Univers Light"/>
                <a:cs typeface="Univers Light"/>
              </a:rPr>
              <a:t>, </a:t>
            </a:r>
            <a:r>
              <a:rPr lang="es-ES" sz="1800" b="0" i="0" u="none" strike="noStrike" cap="none" spc="0">
                <a:solidFill>
                  <a:schemeClr val="tx1"/>
                </a:solidFill>
                <a:latin typeface="Univers Light"/>
                <a:ea typeface="Univers Light"/>
                <a:cs typeface="Univers Light"/>
              </a:rPr>
              <a:t>productoId</a:t>
            </a:r>
            <a:r>
              <a:rPr lang="es-ES" sz="1800" b="0" i="0" u="none" strike="noStrike" cap="none" spc="0">
                <a:solidFill>
                  <a:schemeClr val="tx1"/>
                </a:solidFill>
                <a:latin typeface="Univers Light"/>
                <a:ea typeface="Univers Light"/>
                <a:cs typeface="Univers Light"/>
              </a:rPr>
              <a:t>, cantidad, </a:t>
            </a:r>
            <a:r>
              <a:rPr lang="es-ES" sz="1800" b="0" i="0" u="none" strike="noStrike" cap="none" spc="0">
                <a:solidFill>
                  <a:schemeClr val="tx1"/>
                </a:solidFill>
                <a:latin typeface="Univers Light"/>
                <a:ea typeface="Univers Light"/>
                <a:cs typeface="Univers Light"/>
              </a:rPr>
              <a:t>precioUnitario</a:t>
            </a:r>
            <a:endParaRPr lang="es-ES" sz="1800" b="0" i="0" u="none" strike="noStrike" cap="none" spc="0">
              <a:solidFill>
                <a:schemeClr val="tx1"/>
              </a:solidFill>
              <a:latin typeface="Univers Light"/>
              <a:cs typeface="Univers Light"/>
            </a:endParaRPr>
          </a:p>
          <a:p>
            <a:pPr algn="just">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9907406" name="Título 1"/>
          <p:cNvSpPr>
            <a:spLocks noGrp="1"/>
          </p:cNvSpPr>
          <p:nvPr>
            <p:ph type="title"/>
          </p:nvPr>
        </p:nvSpPr>
        <p:spPr bwMode="auto">
          <a:xfrm>
            <a:off x="143720" y="145206"/>
            <a:ext cx="11917100" cy="341177"/>
          </a:xfrm>
          <a:prstGeom prst="rect">
            <a:avLst/>
          </a:prstGeom>
          <a:noFill/>
        </p:spPr>
        <p:txBody>
          <a:bodyPr rtlCol="0"/>
          <a:lstStyle>
            <a:defPPr>
              <a:defRPr lang="es-ES"/>
            </a:defPPr>
          </a:lstStyle>
          <a:p>
            <a:pPr algn="ctr">
              <a:defRPr/>
            </a:pPr>
            <a:r>
              <a:rPr lang="es-ES" sz="2400" b="1"/>
              <a:t>Bounded</a:t>
            </a:r>
            <a:r>
              <a:rPr lang="es-ES" sz="2400" b="1"/>
              <a:t> </a:t>
            </a:r>
            <a:r>
              <a:rPr lang="es-ES" sz="2400" b="1"/>
              <a:t>Contexts</a:t>
            </a:r>
            <a:r>
              <a:rPr lang="es-ES" sz="2400" b="1"/>
              <a:t> y Subdominios</a:t>
            </a:r>
            <a:endParaRPr/>
          </a:p>
        </p:txBody>
      </p:sp>
      <p:sp>
        <p:nvSpPr>
          <p:cNvPr id="778103652" name="Marcador de contenido 3"/>
          <p:cNvSpPr>
            <a:spLocks noGrp="1"/>
          </p:cNvSpPr>
          <p:nvPr>
            <p:ph sz="half" idx="14"/>
          </p:nvPr>
        </p:nvSpPr>
        <p:spPr bwMode="auto">
          <a:xfrm>
            <a:off x="486629" y="729574"/>
            <a:ext cx="11435788" cy="5405254"/>
          </a:xfrm>
          <a:prstGeom prst="rect">
            <a:avLst/>
          </a:prstGeom>
          <a:solidFill>
            <a:schemeClr val="bg1"/>
          </a:solidFill>
        </p:spPr>
        <p:txBody>
          <a:bodyPr rtlCol="0">
            <a:normAutofit/>
          </a:bodyPr>
          <a:lstStyle>
            <a:defPPr>
              <a:defRPr lang="es-ES"/>
            </a:defPPr>
          </a:lstStyle>
          <a:p>
            <a:pPr algn="just">
              <a:defRPr/>
            </a:pPr>
            <a:r>
              <a:rPr lang="es-ES"/>
              <a:t>Bounded</a:t>
            </a:r>
            <a:r>
              <a:rPr lang="es-ES"/>
              <a:t> </a:t>
            </a:r>
            <a:r>
              <a:rPr lang="es-ES"/>
              <a:t>Contexts</a:t>
            </a:r>
            <a:r>
              <a:rPr lang="es-ES"/>
              <a:t> </a:t>
            </a:r>
            <a:endParaRPr/>
          </a:p>
          <a:p>
            <a:pPr marL="285750" indent="-285750" algn="just">
              <a:buFont typeface="Wingdings"/>
              <a:buChar char="ü"/>
              <a:defRPr/>
            </a:pPr>
            <a:r>
              <a:rPr lang="es-ES" b="1"/>
              <a:t>Inventario</a:t>
            </a:r>
            <a:r>
              <a:rPr lang="es-ES"/>
              <a:t>  — gestión de productos, stock y historial.</a:t>
            </a:r>
            <a:endParaRPr/>
          </a:p>
          <a:p>
            <a:pPr marL="285750" indent="-285750" algn="just">
              <a:buFont typeface="Wingdings"/>
              <a:buChar char="ü"/>
              <a:defRPr/>
            </a:pPr>
            <a:r>
              <a:rPr lang="es-ES" b="1"/>
              <a:t>Ventas / Pedidos  </a:t>
            </a:r>
            <a:r>
              <a:rPr lang="es-ES"/>
              <a:t>— creación/modificación de órdenes, carritos, estados de pedido.</a:t>
            </a:r>
            <a:endParaRPr/>
          </a:p>
          <a:p>
            <a:pPr marL="285750" indent="-285750" algn="just">
              <a:buFont typeface="Wingdings"/>
              <a:buChar char="ü"/>
              <a:defRPr/>
            </a:pPr>
            <a:r>
              <a:rPr lang="es-ES" b="1"/>
              <a:t>Reportes</a:t>
            </a:r>
            <a:r>
              <a:rPr lang="es-ES"/>
              <a:t> </a:t>
            </a:r>
            <a:r>
              <a:rPr lang="es-ES"/>
              <a:t>— generación y exportación de reportes.</a:t>
            </a:r>
            <a:endParaRPr/>
          </a:p>
          <a:p>
            <a:pPr marL="285750" indent="-285750" algn="just">
              <a:buFont typeface="Wingdings"/>
              <a:buChar char="ü"/>
              <a:defRPr/>
            </a:pPr>
            <a:r>
              <a:rPr lang="es-ES" b="1"/>
              <a:t>Notificaciones</a:t>
            </a:r>
            <a:r>
              <a:rPr lang="es-ES"/>
              <a:t> — correo, notificaciones en plataforma</a:t>
            </a:r>
            <a:r>
              <a:rPr lang="es-ES"/>
              <a:t>. (En desarrollo)</a:t>
            </a:r>
            <a:endParaRPr/>
          </a:p>
          <a:p>
            <a:pPr marL="285750" indent="-285750" algn="just">
              <a:buFont typeface="Wingdings"/>
              <a:buChar char="ü"/>
              <a:defRPr/>
            </a:pPr>
            <a:r>
              <a:rPr lang="es-ES" b="1"/>
              <a:t>Gateway / API  </a:t>
            </a:r>
            <a:r>
              <a:rPr lang="es-ES"/>
              <a:t>— orquestación y contratos HTTP.</a:t>
            </a:r>
            <a:endParaRPr/>
          </a:p>
          <a:p>
            <a:pPr marL="285750" indent="-285750" algn="just">
              <a:buFont typeface="Wingdings"/>
              <a:buChar char="ü"/>
              <a:defRPr/>
            </a:pPr>
            <a:endParaRPr/>
          </a:p>
          <a:p>
            <a:pPr algn="just">
              <a:defRPr/>
            </a:pPr>
            <a:r>
              <a:rPr lang="es-MX"/>
              <a:t>Subdominios</a:t>
            </a:r>
            <a:endParaRPr/>
          </a:p>
          <a:p>
            <a:pPr marL="285750" indent="-285750" algn="just">
              <a:buFont typeface="Wingdings"/>
              <a:buChar char="ü"/>
              <a:defRPr/>
            </a:pPr>
            <a:r>
              <a:rPr lang="es-ES" b="1"/>
              <a:t>Principales</a:t>
            </a:r>
            <a:r>
              <a:rPr lang="es-ES"/>
              <a:t>: Inventario, </a:t>
            </a:r>
            <a:r>
              <a:rPr lang="es-ES"/>
              <a:t>Pedidos.</a:t>
            </a:r>
            <a:endParaRPr lang="es-ES"/>
          </a:p>
          <a:p>
            <a:pPr marL="285750" indent="-285750" algn="just">
              <a:buFont typeface="Wingdings"/>
              <a:buChar char="ü"/>
              <a:defRPr/>
            </a:pPr>
            <a:r>
              <a:rPr lang="es-ES" b="1"/>
              <a:t>Soporte</a:t>
            </a:r>
            <a:r>
              <a:rPr lang="es-ES"/>
              <a:t>: </a:t>
            </a:r>
            <a:r>
              <a:rPr lang="es-ES"/>
              <a:t>Reportes.</a:t>
            </a:r>
            <a:endParaRPr/>
          </a:p>
          <a:p>
            <a:pPr marL="285750" indent="-285750" algn="just">
              <a:buFont typeface="Wingdings"/>
              <a:buChar char="ü"/>
              <a:defRPr/>
            </a:pPr>
            <a:r>
              <a:rPr lang="es-ES" b="1"/>
              <a:t>Genéricos</a:t>
            </a:r>
            <a:r>
              <a:rPr lang="es-ES"/>
              <a:t>: Autenticación</a:t>
            </a:r>
            <a:r>
              <a:rPr lang="es-ES"/>
              <a:t>.</a:t>
            </a:r>
            <a:endParaRPr lang="es-ES"/>
          </a:p>
        </p:txBody>
      </p:sp>
      <p:pic>
        <p:nvPicPr>
          <p:cNvPr id="794114974" name="Picture 2" descr="Serie DDD: Integración Bounded Contexts II - Integración Técnica - Nicolás  Bottarini Blog"/>
          <p:cNvPicPr>
            <a:picLocks noChangeAspect="1" noChangeArrowheads="1"/>
          </p:cNvPicPr>
          <p:nvPr/>
        </p:nvPicPr>
        <p:blipFill rotWithShape="1">
          <a:blip r:embed="rId3"/>
          <a:stretch/>
        </p:blipFill>
        <p:spPr bwMode="auto">
          <a:xfrm>
            <a:off x="8476956" y="3630891"/>
            <a:ext cx="2750487" cy="2504699"/>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1668716" name="Título 1"/>
          <p:cNvSpPr>
            <a:spLocks noGrp="1"/>
          </p:cNvSpPr>
          <p:nvPr>
            <p:ph type="title"/>
          </p:nvPr>
        </p:nvSpPr>
        <p:spPr bwMode="auto">
          <a:xfrm>
            <a:off x="134484" y="231379"/>
            <a:ext cx="11917100" cy="341177"/>
          </a:xfrm>
          <a:prstGeom prst="rect">
            <a:avLst/>
          </a:prstGeom>
          <a:noFill/>
        </p:spPr>
        <p:txBody>
          <a:bodyPr rtlCol="0"/>
          <a:lstStyle>
            <a:defPPr>
              <a:defRPr lang="es-ES"/>
            </a:defPPr>
          </a:lstStyle>
          <a:p>
            <a:pPr algn="ctr">
              <a:defRPr/>
            </a:pPr>
            <a:r>
              <a:rPr lang="es-ES" sz="2400" b="1"/>
              <a:t>Lenguaje ubicuo</a:t>
            </a:r>
            <a:endParaRPr/>
          </a:p>
        </p:txBody>
      </p:sp>
      <p:sp>
        <p:nvSpPr>
          <p:cNvPr id="1186862311" name="Marcador de contenido 3"/>
          <p:cNvSpPr>
            <a:spLocks noGrp="1"/>
          </p:cNvSpPr>
          <p:nvPr>
            <p:ph sz="half" idx="14"/>
          </p:nvPr>
        </p:nvSpPr>
        <p:spPr bwMode="auto">
          <a:xfrm>
            <a:off x="486629" y="729574"/>
            <a:ext cx="11435788" cy="3320442"/>
          </a:xfrm>
          <a:prstGeom prst="rect">
            <a:avLst/>
          </a:prstGeom>
          <a:solidFill>
            <a:schemeClr val="bg1"/>
          </a:solidFill>
        </p:spPr>
        <p:txBody>
          <a:bodyPr rtlCol="0">
            <a:normAutofit/>
          </a:bodyPr>
          <a:lstStyle>
            <a:defPPr>
              <a:defRPr lang="es-ES"/>
            </a:defPPr>
          </a:lstStyle>
          <a:p>
            <a:pPr algn="just">
              <a:defRPr/>
            </a:pPr>
            <a:r>
              <a:rPr lang="es-ES"/>
              <a:t>Como parte de la definición de términos importantes dentro dominio del sistema, tenemos:</a:t>
            </a:r>
            <a:endParaRPr/>
          </a:p>
          <a:p>
            <a:pPr marL="285750" indent="-285750" algn="just">
              <a:buFont typeface="Wingdings"/>
              <a:buChar char="ü"/>
              <a:defRPr/>
            </a:pPr>
            <a:r>
              <a:rPr lang="es-ES" b="1"/>
              <a:t>Inventario</a:t>
            </a:r>
            <a:r>
              <a:rPr lang="es-ES"/>
              <a:t>: Artículo que se compran y se venden, estos artículos pertenecen a una </a:t>
            </a:r>
            <a:r>
              <a:rPr lang="es-ES"/>
              <a:t>categoría.</a:t>
            </a:r>
            <a:endParaRPr/>
          </a:p>
          <a:p>
            <a:pPr marL="285750" indent="-285750" algn="just">
              <a:buFont typeface="Wingdings"/>
              <a:buChar char="ü"/>
              <a:defRPr/>
            </a:pPr>
            <a:r>
              <a:rPr lang="es-ES" b="1"/>
              <a:t>Orden</a:t>
            </a:r>
            <a:r>
              <a:rPr lang="es-ES"/>
              <a:t>: </a:t>
            </a:r>
            <a:r>
              <a:rPr lang="es-ES"/>
              <a:t>Petición </a:t>
            </a:r>
            <a:r>
              <a:rPr lang="es-ES"/>
              <a:t>de compra en un estado (pendiente, confirmado, </a:t>
            </a:r>
            <a:r>
              <a:rPr lang="es-ES"/>
              <a:t>en_despacho</a:t>
            </a:r>
            <a:r>
              <a:rPr lang="es-ES"/>
              <a:t>, entregado).</a:t>
            </a:r>
            <a:endParaRPr/>
          </a:p>
          <a:p>
            <a:pPr marL="285750" indent="-285750" algn="just">
              <a:buFont typeface="Wingdings"/>
              <a:buChar char="ü"/>
              <a:defRPr/>
            </a:pPr>
            <a:r>
              <a:rPr lang="es-ES" b="1"/>
              <a:t>Reporte </a:t>
            </a:r>
            <a:r>
              <a:rPr lang="es-ES" b="1"/>
              <a:t>Semanal</a:t>
            </a:r>
            <a:r>
              <a:rPr lang="es-ES"/>
              <a:t>: Reportes a demanda según las necesidades del negocio</a:t>
            </a:r>
            <a:endParaRPr/>
          </a:p>
          <a:p>
            <a:pPr marL="742950" lvl="2" indent="-285750" algn="just">
              <a:buFont typeface="Wingdings"/>
              <a:buChar char="ü"/>
              <a:defRPr/>
            </a:pPr>
            <a:r>
              <a:rPr/>
              <a:t>Reportes de ventas por fechas, reportes de productos en stock, descarga de reportes en archivo </a:t>
            </a:r>
            <a:r>
              <a:rPr/>
              <a:t>csv</a:t>
            </a:r>
            <a:r>
              <a:rPr/>
              <a:t>.</a:t>
            </a:r>
            <a:endParaRPr/>
          </a:p>
          <a:p>
            <a:pPr marL="285750" indent="-285750" algn="just">
              <a:buFont typeface="Wingdings"/>
              <a:buChar char="ü"/>
              <a:defRPr/>
            </a:pPr>
            <a:r>
              <a:rPr lang="es-ES" b="1"/>
              <a:t>Stock </a:t>
            </a:r>
            <a:r>
              <a:rPr lang="es-ES" b="1"/>
              <a:t>Disponible</a:t>
            </a:r>
            <a:r>
              <a:rPr lang="es-ES"/>
              <a:t>: </a:t>
            </a:r>
            <a:r>
              <a:rPr lang="es-ES"/>
              <a:t>Se maneja las cantidades de artículos disponibles, máximos y mínimos en existencias.</a:t>
            </a:r>
            <a:endParaRPr/>
          </a:p>
          <a:p>
            <a:pPr marL="285750" indent="-285750" algn="just">
              <a:buFont typeface="Wingdings"/>
              <a:buChar char="ü"/>
              <a:defRPr/>
            </a:pPr>
            <a:r>
              <a:rPr lang="es-ES" b="1"/>
              <a:t>Historial de stock</a:t>
            </a:r>
            <a:r>
              <a:rPr lang="es-ES"/>
              <a:t>: registro de todos los movimientos de inventario.</a:t>
            </a:r>
            <a:endParaRPr/>
          </a:p>
          <a:p>
            <a:pPr marL="285750" indent="-285750" algn="just">
              <a:buFont typeface="Wingdings"/>
              <a:buChar char="ü"/>
              <a:defRPr/>
            </a:pPr>
            <a:endParaRPr lang="es-ES"/>
          </a:p>
          <a:p>
            <a:pPr marL="285750" indent="-285750" algn="just">
              <a:buFont typeface="Wingdings"/>
              <a:buChar char="ü"/>
              <a:defRPr/>
            </a:pPr>
            <a:endParaRPr/>
          </a:p>
        </p:txBody>
      </p:sp>
      <p:pic>
        <p:nvPicPr>
          <p:cNvPr id="1194550310" name="Picture 2" descr="Explicación de la gestión de inventarios de productos terminados"/>
          <p:cNvPicPr>
            <a:picLocks noChangeAspect="1" noChangeArrowheads="1"/>
          </p:cNvPicPr>
          <p:nvPr/>
        </p:nvPicPr>
        <p:blipFill rotWithShape="1">
          <a:blip r:embed="rId3"/>
          <a:stretch/>
        </p:blipFill>
        <p:spPr bwMode="auto">
          <a:xfrm>
            <a:off x="3656157" y="4207034"/>
            <a:ext cx="3843770" cy="2152511"/>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3987097" name="Título 1"/>
          <p:cNvSpPr>
            <a:spLocks noGrp="1"/>
          </p:cNvSpPr>
          <p:nvPr>
            <p:ph type="ctrTitle"/>
          </p:nvPr>
        </p:nvSpPr>
        <p:spPr bwMode="auto">
          <a:xfrm>
            <a:off x="1325880" y="685800"/>
            <a:ext cx="9540240" cy="3136738"/>
          </a:xfrm>
          <a:prstGeom prst="rect">
            <a:avLst/>
          </a:prstGeom>
          <a:noFill/>
        </p:spPr>
        <p:txBody>
          <a:bodyPr rtlCol="0"/>
          <a:lstStyle>
            <a:defPPr>
              <a:defRPr lang="es-ES"/>
            </a:defPPr>
          </a:lstStyle>
          <a:p>
            <a:pPr rtl="0">
              <a:defRPr/>
            </a:pPr>
            <a:r>
              <a:rPr lang="es-MX"/>
              <a:t>DIAGRAMAS</a:t>
            </a:r>
            <a:r>
              <a:rPr lang="es-ES"/>
              <a:t> del proyecto</a:t>
            </a:r>
            <a:endParaRPr/>
          </a:p>
        </p:txBody>
      </p:sp>
      <p:sp>
        <p:nvSpPr>
          <p:cNvPr id="2072985627" name="Subtítulo 2"/>
          <p:cNvSpPr>
            <a:spLocks noGrp="1"/>
          </p:cNvSpPr>
          <p:nvPr>
            <p:ph type="subTitle" idx="1"/>
          </p:nvPr>
        </p:nvSpPr>
        <p:spPr bwMode="auto">
          <a:prstGeom prst="rect">
            <a:avLst/>
          </a:prstGeom>
          <a:noFill/>
        </p:spPr>
        <p:txBody>
          <a:bodyPr rtlCol="0"/>
          <a:lstStyle>
            <a:defPPr>
              <a:defRPr lang="es-ES"/>
            </a:defPPr>
          </a:lstStyle>
          <a:p>
            <a:pPr rtl="0">
              <a:defRPr/>
            </a:pPr>
            <a:r>
              <a:rPr lang="es-ES"/>
              <a:t>En esta segunda parte se presenta la arquitectura que se ha implementado en el proyecto arka.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6368954" name="Título 1"/>
          <p:cNvSpPr txBox="1"/>
          <p:nvPr/>
        </p:nvSpPr>
        <p:spPr bwMode="auto">
          <a:xfrm>
            <a:off x="274900" y="77112"/>
            <a:ext cx="11917100" cy="409271"/>
          </a:xfrm>
          <a:prstGeom prst="rect">
            <a:avLst/>
          </a:prstGeom>
          <a:noFill/>
        </p:spPr>
        <p:txBody>
          <a:bodyPr vert="horz" lIns="91440" tIns="45720" rIns="91440" bIns="45720" rtlCol="0" anchor="b" anchorCtr="0">
            <a:noAutofit/>
          </a:bodyPr>
          <a:lstStyle>
            <a:defPPr>
              <a:defRPr lang="es-ES"/>
            </a:defPPr>
            <a:lvl1pPr algn="l" defTabSz="914400" rtl="0">
              <a:lnSpc>
                <a:spcPct val="90000"/>
              </a:lnSpc>
              <a:spcBef>
                <a:spcPts val="0"/>
              </a:spcBef>
              <a:buNone/>
              <a:defRPr lang="es-ES" sz="3600" i="1" cap="all">
                <a:solidFill>
                  <a:schemeClr val="accent1"/>
                </a:solidFill>
                <a:latin typeface="+mj-lt"/>
                <a:ea typeface="+mj-ea"/>
                <a:cs typeface="+mj-cs"/>
              </a:defRPr>
            </a:lvl1pPr>
          </a:lstStyle>
          <a:p>
            <a:pPr>
              <a:defRPr/>
            </a:pPr>
            <a:r>
              <a:rPr lang="es-ES" sz="2400" b="1" i="1" u="none" strike="noStrike" cap="all" spc="0">
                <a:solidFill>
                  <a:schemeClr val="accent1"/>
                </a:solidFill>
                <a:latin typeface="Walbaum Display Light"/>
                <a:ea typeface="Walbaum Display Light"/>
                <a:cs typeface="Walbaum Display Light"/>
              </a:rPr>
              <a:t>Diagrama de componentes</a:t>
            </a:r>
            <a:endParaRPr lang="es-ES" sz="2400" b="1"/>
          </a:p>
        </p:txBody>
      </p:sp>
      <p:pic>
        <p:nvPicPr>
          <p:cNvPr id="638069373" name="Imagen 940767877"/>
          <p:cNvPicPr>
            <a:picLocks noChangeAspect="1"/>
          </p:cNvPicPr>
          <p:nvPr/>
        </p:nvPicPr>
        <p:blipFill rotWithShape="1">
          <a:blip r:embed="rId3"/>
          <a:stretch/>
        </p:blipFill>
        <p:spPr bwMode="auto">
          <a:xfrm>
            <a:off x="2073647" y="822059"/>
            <a:ext cx="6965677" cy="505788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0242333" name="Título 1"/>
          <p:cNvSpPr txBox="1"/>
          <p:nvPr/>
        </p:nvSpPr>
        <p:spPr bwMode="auto">
          <a:xfrm>
            <a:off x="274900" y="77112"/>
            <a:ext cx="11917100" cy="409271"/>
          </a:xfrm>
          <a:prstGeom prst="rect">
            <a:avLst/>
          </a:prstGeom>
          <a:noFill/>
        </p:spPr>
        <p:txBody>
          <a:bodyPr vert="horz" lIns="91440" tIns="45720" rIns="91440" bIns="45720" rtlCol="0" anchor="b" anchorCtr="0">
            <a:noAutofit/>
          </a:bodyPr>
          <a:lstStyle>
            <a:defPPr>
              <a:defRPr lang="es-ES"/>
            </a:defPPr>
            <a:lvl1pPr algn="l" defTabSz="914400" rtl="0">
              <a:lnSpc>
                <a:spcPct val="90000"/>
              </a:lnSpc>
              <a:spcBef>
                <a:spcPts val="0"/>
              </a:spcBef>
              <a:buNone/>
              <a:defRPr lang="es-ES" sz="3600" i="1" cap="all">
                <a:solidFill>
                  <a:schemeClr val="accent1"/>
                </a:solidFill>
                <a:latin typeface="+mj-lt"/>
                <a:ea typeface="+mj-ea"/>
                <a:cs typeface="+mj-cs"/>
              </a:defRPr>
            </a:lvl1pPr>
          </a:lstStyle>
          <a:p>
            <a:pPr>
              <a:defRPr/>
            </a:pPr>
            <a:r>
              <a:rPr lang="es-ES" sz="2400" b="1" i="1" u="none" strike="noStrike" cap="all" spc="0">
                <a:solidFill>
                  <a:schemeClr val="accent1"/>
                </a:solidFill>
                <a:latin typeface="Walbaum Display Light"/>
                <a:ea typeface="Walbaum Display Light"/>
                <a:cs typeface="Walbaum Display Light"/>
              </a:rPr>
              <a:t>DIAGRAMA DE ARQUITECTUTA - MODELO EN CAPAS</a:t>
            </a:r>
            <a:endParaRPr lang="es-ES" sz="2400" b="1"/>
          </a:p>
        </p:txBody>
      </p:sp>
      <p:pic>
        <p:nvPicPr>
          <p:cNvPr id="1946461352" name="Imagen 748603291"/>
          <p:cNvPicPr>
            <a:picLocks noChangeAspect="1"/>
          </p:cNvPicPr>
          <p:nvPr/>
        </p:nvPicPr>
        <p:blipFill rotWithShape="1">
          <a:blip r:embed="rId3"/>
          <a:stretch/>
        </p:blipFill>
        <p:spPr bwMode="auto">
          <a:xfrm>
            <a:off x="1588377" y="610114"/>
            <a:ext cx="8809299" cy="538033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2891324" name="Título 1"/>
          <p:cNvSpPr txBox="1"/>
          <p:nvPr/>
        </p:nvSpPr>
        <p:spPr bwMode="auto">
          <a:xfrm>
            <a:off x="274899" y="77112"/>
            <a:ext cx="11917099" cy="409270"/>
          </a:xfrm>
          <a:prstGeom prst="rect">
            <a:avLst/>
          </a:prstGeom>
          <a:noFill/>
        </p:spPr>
        <p:txBody>
          <a:bodyPr vert="horz" lIns="91440" tIns="45720" rIns="91440" bIns="45720" rtlCol="0" anchor="b" anchorCtr="0">
            <a:noAutofit/>
          </a:bodyPr>
          <a:lstStyle>
            <a:defPPr>
              <a:defRPr lang="es-ES"/>
            </a:defPPr>
            <a:lvl1pPr algn="l" defTabSz="914400" rtl="0">
              <a:lnSpc>
                <a:spcPct val="90000"/>
              </a:lnSpc>
              <a:spcBef>
                <a:spcPts val="0"/>
              </a:spcBef>
              <a:buNone/>
              <a:defRPr lang="es-ES" sz="3600" i="1" cap="all">
                <a:solidFill>
                  <a:schemeClr val="accent1"/>
                </a:solidFill>
                <a:latin typeface="+mj-lt"/>
                <a:ea typeface="+mj-ea"/>
                <a:cs typeface="+mj-cs"/>
              </a:defRPr>
            </a:lvl1pPr>
          </a:lstStyle>
          <a:p>
            <a:pPr>
              <a:defRPr/>
            </a:pPr>
            <a:r>
              <a:rPr lang="es-ES" sz="2400" b="1"/>
              <a:t>Arquitectura</a:t>
            </a:r>
            <a:endParaRPr/>
          </a:p>
        </p:txBody>
      </p:sp>
      <p:pic>
        <p:nvPicPr>
          <p:cNvPr id="902488589" name="Imagen 1520841376"/>
          <p:cNvPicPr>
            <a:picLocks noChangeAspect="1"/>
          </p:cNvPicPr>
          <p:nvPr/>
        </p:nvPicPr>
        <p:blipFill rotWithShape="1">
          <a:blip r:embed="rId3"/>
          <a:srcRect l="0" t="7670" r="0" b="12662"/>
          <a:stretch/>
        </p:blipFill>
        <p:spPr bwMode="auto">
          <a:xfrm>
            <a:off x="577612" y="1041722"/>
            <a:ext cx="10908724" cy="472247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5864938" name="Título 1"/>
          <p:cNvSpPr txBox="1"/>
          <p:nvPr/>
        </p:nvSpPr>
        <p:spPr bwMode="auto">
          <a:xfrm>
            <a:off x="274900" y="77112"/>
            <a:ext cx="11917100" cy="409271"/>
          </a:xfrm>
          <a:prstGeom prst="rect">
            <a:avLst/>
          </a:prstGeom>
          <a:noFill/>
        </p:spPr>
        <p:txBody>
          <a:bodyPr vert="horz" lIns="91440" tIns="45720" rIns="91440" bIns="45720" rtlCol="0" anchor="b" anchorCtr="0">
            <a:noAutofit/>
          </a:bodyPr>
          <a:lstStyle>
            <a:defPPr>
              <a:defRPr lang="es-ES"/>
            </a:defPPr>
            <a:lvl1pPr algn="l" defTabSz="914400" rtl="0">
              <a:lnSpc>
                <a:spcPct val="90000"/>
              </a:lnSpc>
              <a:spcBef>
                <a:spcPts val="0"/>
              </a:spcBef>
              <a:buNone/>
              <a:defRPr lang="es-ES" sz="3600" i="1" cap="all">
                <a:solidFill>
                  <a:schemeClr val="accent1"/>
                </a:solidFill>
                <a:latin typeface="+mj-lt"/>
                <a:ea typeface="+mj-ea"/>
                <a:cs typeface="+mj-cs"/>
              </a:defRPr>
            </a:lvl1pPr>
          </a:lstStyle>
          <a:p>
            <a:pPr>
              <a:defRPr/>
            </a:pPr>
            <a:r>
              <a:rPr lang="es-MX" sz="2400" b="1"/>
              <a:t>Diagrama de base de datos</a:t>
            </a:r>
            <a:endParaRPr lang="es-ES" sz="2400" b="1"/>
          </a:p>
        </p:txBody>
      </p:sp>
      <p:pic>
        <p:nvPicPr>
          <p:cNvPr id="844837241" name="Imagen 266480409"/>
          <p:cNvPicPr>
            <a:picLocks noChangeAspect="1"/>
          </p:cNvPicPr>
          <p:nvPr/>
        </p:nvPicPr>
        <p:blipFill rotWithShape="1">
          <a:blip r:embed="rId3"/>
          <a:stretch/>
        </p:blipFill>
        <p:spPr bwMode="auto">
          <a:xfrm>
            <a:off x="990498" y="553479"/>
            <a:ext cx="9147190" cy="545756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5104429" name="Título 1"/>
          <p:cNvSpPr>
            <a:spLocks noGrp="1"/>
          </p:cNvSpPr>
          <p:nvPr>
            <p:ph type="ctrTitle"/>
          </p:nvPr>
        </p:nvSpPr>
        <p:spPr bwMode="auto">
          <a:xfrm>
            <a:off x="1325880" y="685801"/>
            <a:ext cx="9540239" cy="934656"/>
          </a:xfrm>
          <a:prstGeom prst="rect">
            <a:avLst/>
          </a:prstGeom>
          <a:noFill/>
        </p:spPr>
        <p:txBody>
          <a:bodyPr rtlCol="0"/>
          <a:lstStyle>
            <a:defPPr>
              <a:defRPr lang="es-ES"/>
            </a:defPPr>
          </a:lstStyle>
          <a:p>
            <a:pPr rtl="0">
              <a:defRPr/>
            </a:pPr>
            <a:r>
              <a:rPr lang="es-MX"/>
              <a:t>DEMOSTRACION</a:t>
            </a:r>
            <a:endParaRPr lang="es-ES"/>
          </a:p>
        </p:txBody>
      </p:sp>
      <p:pic>
        <p:nvPicPr>
          <p:cNvPr id="143320795" name="Picture 2" descr="computadora pantalla demostración datos Procesando y administración sistema  55591475 Vector en Vecteezy"/>
          <p:cNvPicPr>
            <a:picLocks noChangeAspect="1" noChangeArrowheads="1"/>
          </p:cNvPicPr>
          <p:nvPr/>
        </p:nvPicPr>
        <p:blipFill rotWithShape="1">
          <a:blip r:embed="rId3"/>
          <a:stretch/>
        </p:blipFill>
        <p:spPr bwMode="auto">
          <a:xfrm>
            <a:off x="4583574" y="2656549"/>
            <a:ext cx="3286045" cy="328604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086736" name="Título 1"/>
          <p:cNvSpPr>
            <a:spLocks noGrp="1"/>
          </p:cNvSpPr>
          <p:nvPr>
            <p:ph type="ctrTitle"/>
          </p:nvPr>
        </p:nvSpPr>
        <p:spPr bwMode="auto">
          <a:xfrm>
            <a:off x="1325880" y="685801"/>
            <a:ext cx="9540239" cy="807334"/>
          </a:xfrm>
          <a:prstGeom prst="rect">
            <a:avLst/>
          </a:prstGeom>
          <a:noFill/>
        </p:spPr>
        <p:txBody>
          <a:bodyPr rtlCol="0"/>
          <a:lstStyle>
            <a:defPPr>
              <a:defRPr lang="es-ES"/>
            </a:defPPr>
          </a:lstStyle>
          <a:p>
            <a:pPr rtl="0">
              <a:defRPr/>
            </a:pPr>
            <a:r>
              <a:rPr lang="es-MX"/>
              <a:t>Reflexión y cierre</a:t>
            </a:r>
            <a:endParaRPr lang="es-ES"/>
          </a:p>
        </p:txBody>
      </p:sp>
      <p:pic>
        <p:nvPicPr>
          <p:cNvPr id="299713135" name="Picture 2" descr="La reflexión en el aula con GRownTH - Herramientas para la enseñanza  competencial"/>
          <p:cNvPicPr>
            <a:picLocks noChangeAspect="1" noChangeArrowheads="1"/>
          </p:cNvPicPr>
          <p:nvPr/>
        </p:nvPicPr>
        <p:blipFill rotWithShape="1">
          <a:blip r:embed="rId3"/>
          <a:stretch/>
        </p:blipFill>
        <p:spPr bwMode="auto">
          <a:xfrm>
            <a:off x="3495555" y="2941332"/>
            <a:ext cx="6273502" cy="2487194"/>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41165886" name="Marcador de posición de imagen 5" descr="Primer plano de un puente con cables"/>
          <p:cNvPicPr>
            <a:picLocks noChangeAspect="1" noGrp="1"/>
          </p:cNvPicPr>
          <p:nvPr>
            <p:ph type="pic" sz="quarter" idx="10"/>
          </p:nvPr>
        </p:nvPicPr>
        <p:blipFill rotWithShape="1">
          <a:blip r:embed="rId3"/>
          <a:srcRect l="20" t="0" r="19" b="0"/>
          <a:stretch/>
        </p:blipFill>
        <p:spPr bwMode="auto">
          <a:xfrm>
            <a:off x="3810" y="0"/>
            <a:ext cx="7816995" cy="6858000"/>
          </a:xfrm>
          <a:prstGeom prst="rect">
            <a:avLst/>
          </a:prstGeom>
          <a:noFill/>
        </p:spPr>
      </p:pic>
      <p:sp>
        <p:nvSpPr>
          <p:cNvPr id="883559371" name="Título 1"/>
          <p:cNvSpPr>
            <a:spLocks noGrp="1"/>
          </p:cNvSpPr>
          <p:nvPr>
            <p:ph type="title"/>
          </p:nvPr>
        </p:nvSpPr>
        <p:spPr bwMode="auto">
          <a:xfrm>
            <a:off x="6080992" y="731562"/>
            <a:ext cx="4902842" cy="3526778"/>
          </a:xfrm>
          <a:prstGeom prst="rect">
            <a:avLst/>
          </a:prstGeom>
          <a:noFill/>
        </p:spPr>
        <p:txBody>
          <a:bodyPr rtlCol="0" anchor="b"/>
          <a:lstStyle>
            <a:defPPr>
              <a:defRPr lang="es-ES"/>
            </a:defPPr>
          </a:lstStyle>
          <a:p>
            <a:pPr rtl="0">
              <a:defRPr/>
            </a:pPr>
            <a:r>
              <a:rPr lang="es-ES"/>
              <a:t>MUCHAS GRACIAS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AngleLinesVTI">
  <a:themeElements>
    <a:clrScheme name="Custom 43">
      <a:dk1>
        <a:srgbClr val="000000"/>
      </a:dk1>
      <a:lt1>
        <a:srgbClr val="FFFFFF"/>
      </a:lt1>
      <a:dk2>
        <a:srgbClr val="EFEBEB"/>
      </a:dk2>
      <a:lt2>
        <a:srgbClr val="E8E8E8"/>
      </a:lt2>
      <a:accent1>
        <a:srgbClr val="001D2E"/>
      </a:accent1>
      <a:accent2>
        <a:srgbClr val="145766"/>
      </a:accent2>
      <a:accent3>
        <a:srgbClr val="B99B9F"/>
      </a:accent3>
      <a:accent4>
        <a:srgbClr val="A47930"/>
      </a:accent4>
      <a:accent5>
        <a:srgbClr val="0C577C"/>
      </a:accent5>
      <a:accent6>
        <a:srgbClr val="CC836D"/>
      </a:accent6>
      <a:hlink>
        <a:srgbClr val="467886"/>
      </a:hlink>
      <a:folHlink>
        <a:srgbClr val="96607D"/>
      </a:folHlink>
    </a:clrScheme>
    <a:fontScheme name="Custom 98">
      <a:majorFont>
        <a:latin typeface="Walbaum Display Light"/>
        <a:ea typeface="Arial"/>
        <a:cs typeface="Arial"/>
      </a:majorFont>
      <a:minorFont>
        <a:latin typeface="Univers Light"/>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846AD4-435D-4592-8088-FE2831A30D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 ds:uri="http://www.w3.org/2001/XMLSchema-instance"/>
  </ds:schemaRefs>
</ds:datastoreItem>
</file>

<file path=customXml/itemProps2.xml><?xml version="1.0" encoding="utf-8"?>
<ds:datastoreItem xmlns:ds="http://schemas.openxmlformats.org/officeDocument/2006/customXml" ds:itemID="{B6283731-47E9-4F14-86D1-57C1EA2672A1}">
  <ds:schemaRefs>
    <ds:schemaRef ds:uri="http://purl.org/dc/terms/"/>
    <ds:schemaRef ds:uri="http://purl.org/dc/dcmitype/"/>
    <ds:schemaRef ds:uri="http://purl.org/dc/elements/1.1/"/>
    <ds:schemaRef ds:uri="http://schemas.microsoft.com/office/infopath/2007/PartnerControls"/>
    <ds:schemaRef ds:uri="http://schemas.microsoft.com/office/2006/documentManagement/types"/>
    <ds:schemaRef ds:uri="http://www.w3.org/XML/1998/namespace"/>
    <ds:schemaRef ds:uri="http://schemas.microsoft.com/office/2006/metadata/properties"/>
    <ds:schemaRef ds:uri="71af3243-3dd4-4a8d-8c0d-dd76da1f02a5"/>
    <ds:schemaRef ds:uri="16c05727-aa75-4e4a-9b5f-8a80a1165891"/>
    <ds:schemaRef ds:uri="http://schemas.openxmlformats.org/package/2006/metadata/core-properties"/>
    <ds:schemaRef ds:uri="230e9df3-be65-4c73-a93b-d1236ebd677e"/>
    <ds:schemaRef ds:uri="http://schemas.microsoft.com/sharepoint/v3"/>
    <ds:schemaRef ds:uri="http://www.w3.org/2001/XMLSchema-instance"/>
  </ds:schemaRefs>
</ds:datastoreItem>
</file>

<file path=customXml/itemProps3.xml><?xml version="1.0" encoding="utf-8"?>
<ds:datastoreItem xmlns:ds="http://schemas.openxmlformats.org/officeDocument/2006/customXml" ds:itemID="{24D4B218-C04B-41F5-949D-06E9DAE96B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0</Words>
  <Application>ONLYOFFICE/9.1.0.167</Application>
  <PresentationFormat>On-screen Show (4:3)</PresentationFormat>
  <Paragraphs>0</Paragraphs>
  <Slides>19</Slides>
  <Notes>19</Notes>
  <HiddenSlides>0</HiddenSlides>
  <MMClips>2</MMClips>
  <ScaleCrop>0</ScaleCrop>
  <HeadingPairs>
    <vt:vector size="4" baseType="variant">
      <vt:variant>
        <vt:lpstr>Theme</vt:lpstr>
      </vt:variant>
      <vt:variant>
        <vt:i4>1</vt:i4>
      </vt:variant>
      <vt:variant>
        <vt:lpstr>Slide Titles</vt:lpstr>
      </vt:variant>
      <vt:variant>
        <vt:i4>19</vt:i4>
      </vt:variant>
    </vt:vector>
  </HeadingPairs>
  <TitlesOfParts>
    <vt:vector size="20"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2023-12-10T21:10:30Z</dcterms:created>
  <dcterms:modified xsi:type="dcterms:W3CDTF">2025-11-22T02:18:19Z</dcterms:modified>
</cp:coreProperties>
</file>