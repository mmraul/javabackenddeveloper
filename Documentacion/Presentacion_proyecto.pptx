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customXml/itemProps1.xml" ContentType="application/vnd.openxmlformats-officedocument.customXmlProperties+xml"/>
  <Override PartName="/ppt/slideLayouts/slideLayout8.xml" ContentType="application/vnd.openxmlformats-officedocument.presentationml.slideLayout+xml"/>
  <Override PartName="/customXml/itemProps2.xml" ContentType="application/vnd.openxmlformats-officedocument.customXmlProperties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customXml/itemProps3.xml" ContentType="application/vnd.openxmlformats-officedocument.customXmlProperties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removePersonalInfoOnSave="1" saveSubsetFonts="1">
  <p:sldMasterIdLst>
    <p:sldMasterId id="2147483648" r:id="rId4"/>
  </p:sldMasterIdLst>
  <p:notesMasterIdLst>
    <p:notesMasterId r:id="rId2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9144000"/>
  <p:custDataLst>
    <p:custData r:id="rId1"/>
    <p:custData r:id="rId2"/>
    <p:custData r:id="rId3"/>
  </p:custDataLst>
  <p:defaultTextStyle>
    <a:defPPr rtl="0">
      <a:defRPr lang="es-ES"/>
    </a:defPPr>
    <a:lvl1pPr marL="0" algn="l" defTabSz="914400" rtl="0">
      <a:defRPr lang="es-ES"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lang="es-ES"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lang="es-ES"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lang="es-ES"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lang="es-ES"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lang="es-ES"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lang="es-ES"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lang="es-ES"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lang="es-ES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1" d="100"/>
          <a:sy n="71" d="100"/>
        </p:scale>
        <p:origin x="1262" y="67"/>
      </p:cViewPr>
      <p:guideLst>
        <p:guide pos="2160" orient="horz"/>
        <p:guide pos="384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66212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>
              <a:defRPr/>
            </a:pPr>
            <a:endParaRPr lang="es-ES"/>
          </a:p>
        </p:txBody>
      </p:sp>
      <p:sp>
        <p:nvSpPr>
          <p:cNvPr id="451905746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>
              <a:defRPr/>
            </a:pPr>
            <a:fld id="{5C694D8B-FFEA-4204-BB22-626A8A05557B}" type="datetime1">
              <a:rPr lang="es-ES"/>
              <a:t>20/10/2025</a:t>
            </a:fld>
            <a:endParaRPr lang="es-ES"/>
          </a:p>
        </p:txBody>
      </p:sp>
      <p:sp>
        <p:nvSpPr>
          <p:cNvPr id="84901180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1556717989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 rtl="0">
              <a:defRPr/>
            </a:pPr>
            <a:r>
              <a:rPr lang="es-ES"/>
              <a:t>Segundo nivel</a:t>
            </a:r>
            <a:endParaRPr/>
          </a:p>
          <a:p>
            <a:pPr lvl="2" rtl="0">
              <a:defRPr/>
            </a:pPr>
            <a:r>
              <a:rPr lang="es-ES"/>
              <a:t>Tercer nivel</a:t>
            </a:r>
            <a:endParaRPr/>
          </a:p>
          <a:p>
            <a:pPr lvl="3" rtl="0">
              <a:defRPr/>
            </a:pPr>
            <a:r>
              <a:rPr lang="es-ES"/>
              <a:t>Cuarto nivel</a:t>
            </a:r>
            <a:endParaRPr/>
          </a:p>
          <a:p>
            <a:pPr lvl="4" rtl="0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2083384855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>
              <a:defRPr/>
            </a:pPr>
            <a:endParaRPr lang="es-ES"/>
          </a:p>
        </p:txBody>
      </p:sp>
      <p:sp>
        <p:nvSpPr>
          <p:cNvPr id="807832995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>
              <a:defRPr/>
            </a:pPr>
            <a:fld id="{CC5DA344-5FA2-43F7-9D95-CA56C82B080A}" type="slidenum">
              <a:rPr lang="es-ES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lang="es-ES"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lang="es-ES"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lang="es-ES"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lang="es-ES"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lang="es-ES"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lang="es-ES"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lang="es-ES"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lang="es-ES"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lang="es-ES"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599169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4291031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625708114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C5DA344-5FA2-43F7-9D95-CA56C82B080A}" type="slidenum">
              <a:rPr lang="es-ES"/>
              <a:t>1</a:t>
            </a:fld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935752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5910672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1833107937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C5DA344-5FA2-43F7-9D95-CA56C82B080A}" type="slidenum">
              <a:rPr lang="es-ES"/>
              <a:t>2</a:t>
            </a:fld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153829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1738856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1724771893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C5DA344-5FA2-43F7-9D95-CA56C82B080A}" type="slidenum">
              <a:rPr lang="es-ES"/>
              <a:t>3</a:t>
            </a:fld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080036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66138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2142739534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C5DA344-5FA2-43F7-9D95-CA56C82B080A}" type="slidenum">
              <a:rPr lang="es-ES"/>
              <a:t>4</a:t>
            </a:fld>
            <a:endParaRPr 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321895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6807060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1748320032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C5DA344-5FA2-43F7-9D95-CA56C82B080A}" type="slidenum">
              <a:rPr lang="es-ES"/>
              <a:t>5</a:t>
            </a:fld>
            <a:endParaRPr 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2240447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9263503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1263741987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200A1DB2-C455-A86B-CB28-C2F2075F3B6B}" type="slidenum">
              <a:rPr lang="es-ES"/>
              <a:t/>
            </a:fld>
            <a:endParaRPr 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58036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6223682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2076036856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C5DA344-5FA2-43F7-9D95-CA56C82B080A}" type="slidenum">
              <a:rPr lang="es-ES"/>
              <a:t>6</a:t>
            </a:fld>
            <a:endParaRPr lang="es-E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015835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2472901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r>
              <a:rPr lang="es-ES"/>
              <a:t>Un "evento de dominio" es un registro inmutable de algo importante que ha sucedido dentro del núcleo de una aplicación (su dominio).</a:t>
            </a:r>
            <a:endParaRPr lang="es-ES"/>
          </a:p>
        </p:txBody>
      </p:sp>
      <p:sp>
        <p:nvSpPr>
          <p:cNvPr id="1321173271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382187CB-899F-8A35-45AD-EFD25AB026A8}" type="slidenum">
              <a:rPr lang="es-ES"/>
              <a:t/>
            </a:fld>
            <a:endParaRPr lang="es-E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679311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8134229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r>
              <a:rPr lang="es-E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 modelo de dominio es una representación conceptual de los objetos, reglas y relaciones de un área de negocio o problema específico. </a:t>
            </a:r>
            <a:endParaRPr lang="es-ES"/>
          </a:p>
        </p:txBody>
      </p:sp>
      <p:sp>
        <p:nvSpPr>
          <p:cNvPr id="871165232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C5DA344-5FA2-43F7-9D95-CA56C82B080A}" type="slidenum">
              <a:rPr lang="es-ES"/>
              <a:t>8</a:t>
            </a:fld>
            <a:endParaRPr lang="es-E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902700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6352841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r>
              <a:rPr lang="es-ES"/>
              <a:t>Los subdominios son divisiones lógicas y conceptuales del dominio de un problema (el "espacio del problema"), mientras que los </a:t>
            </a:r>
            <a:r>
              <a:rPr lang="es-ES"/>
              <a:t>Bounded</a:t>
            </a:r>
            <a:r>
              <a:rPr lang="es-ES"/>
              <a:t> </a:t>
            </a:r>
            <a:r>
              <a:rPr lang="es-ES"/>
              <a:t>Contexts</a:t>
            </a:r>
            <a:r>
              <a:rPr lang="es-ES"/>
              <a:t> son límites de diseño de software (en el "espacio de la solución") donde se aplica un modelo y un lenguaje ubicuo coherente</a:t>
            </a:r>
            <a:r>
              <a:rPr lang="es-E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s-ES"/>
          </a:p>
        </p:txBody>
      </p:sp>
      <p:sp>
        <p:nvSpPr>
          <p:cNvPr id="916351640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C5DA344-5FA2-43F7-9D95-CA56C82B080A}" type="slidenum">
              <a:rPr lang="es-ES"/>
              <a:t>10</a:t>
            </a:fld>
            <a:endParaRPr lang="es-E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9638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977598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r>
              <a:rPr lang="es-ES"/>
              <a:t>Los subdominios son divisiones lógicas y conceptuales del dominio de un problema (el "espacio del problema"), mientras que los </a:t>
            </a:r>
            <a:r>
              <a:rPr lang="es-ES"/>
              <a:t>Bounded</a:t>
            </a:r>
            <a:r>
              <a:rPr lang="es-ES"/>
              <a:t> </a:t>
            </a:r>
            <a:r>
              <a:rPr lang="es-ES"/>
              <a:t>Contexts</a:t>
            </a:r>
            <a:r>
              <a:rPr lang="es-ES"/>
              <a:t> son límites de diseño de software (en el "espacio de la solución") donde se aplica un modelo y un lenguaje ubicuo coherente</a:t>
            </a:r>
            <a:r>
              <a:rPr lang="es-E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s-ES"/>
          </a:p>
        </p:txBody>
      </p:sp>
      <p:sp>
        <p:nvSpPr>
          <p:cNvPr id="624980783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C5DA344-5FA2-43F7-9D95-CA56C82B080A}" type="slidenum">
              <a:rPr lang="es-ES"/>
              <a:t>11</a:t>
            </a:fld>
            <a:endParaRPr lang="es-E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414841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7751445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1250330697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C5DA344-5FA2-43F7-9D95-CA56C82B080A}" type="slidenum">
              <a:rPr lang="es-ES"/>
              <a:t>14</a:t>
            </a:fld>
            <a:endParaRPr lang="es-E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54638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8460057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835969886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C5DA344-5FA2-43F7-9D95-CA56C82B080A}" type="slidenum">
              <a:rPr lang="es-ES"/>
              <a:t>15</a:t>
            </a:fld>
            <a:endParaRPr lang="es-E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066561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8187152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1760318913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C5DA344-5FA2-43F7-9D95-CA56C82B080A}" type="slidenum">
              <a:rPr lang="es-ES"/>
              <a:t>16</a:t>
            </a:fld>
            <a:endParaRPr lang="es-E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770752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0344581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618076160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34ED0256-9BC0-C93F-6106-1FC9492D325C}" type="slidenum">
              <a:rPr lang="es-ES"/>
              <a:t/>
            </a:fld>
            <a:endParaRPr lang="es-E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108025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593557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1137177864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C5DA344-5FA2-43F7-9D95-CA56C82B080A}" type="slidenum">
              <a:rPr lang="es-ES"/>
              <a:t>9</a:t>
            </a:fld>
            <a:endParaRPr lang="es-E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063284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0930121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2057980685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06081787-FD88-B800-A4F4-CEAAD28ACB29}" type="slidenum">
              <a:rPr lang="es-ES"/>
              <a:t/>
            </a:fld>
            <a:endParaRPr lang="es-E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800591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7892175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84701240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C5DA344-5FA2-43F7-9D95-CA56C82B080A}" type="slidenum">
              <a:rPr lang="es-ES"/>
              <a:t>21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olo título">
    <p:bg>
      <p:bgPr shadeToTitle="0">
        <a:solidFill>
          <a:schemeClr val="accent3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681163548" name="Conector recto 6"/>
          <p:cNvCxnSpPr/>
          <p:nvPr userDrawn="1"/>
        </p:nvCxnSpPr>
        <p:spPr bwMode="auto"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7962496" name="Conector recto 7"/>
          <p:cNvCxnSpPr/>
          <p:nvPr userDrawn="1"/>
        </p:nvCxnSpPr>
        <p:spPr bwMode="auto"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4846601" name="Título 1"/>
          <p:cNvSpPr>
            <a:spLocks noGrp="1"/>
          </p:cNvSpPr>
          <p:nvPr>
            <p:ph type="ctrTitle" hasCustomPrompt="1"/>
          </p:nvPr>
        </p:nvSpPr>
        <p:spPr bwMode="auto">
          <a:xfrm>
            <a:off x="857468" y="486137"/>
            <a:ext cx="5427584" cy="3599727"/>
          </a:xfrm>
        </p:spPr>
        <p:txBody>
          <a:bodyPr rtlCol="0" anchor="b" anchorCtr="0">
            <a:noAutofit/>
          </a:bodyPr>
          <a:lstStyle>
            <a:lvl1pPr algn="l">
              <a:defRPr lang="es-ES" sz="4400" cap="all">
                <a:solidFill>
                  <a:schemeClr val="accent1"/>
                </a:solidFill>
              </a:defRPr>
            </a:lvl1pPr>
          </a:lstStyle>
          <a:p>
            <a:pPr rtl="0">
              <a:defRPr/>
            </a:pPr>
            <a:r>
              <a:rPr lang="es-ES"/>
              <a:t>Haga clic para agregar un título</a:t>
            </a:r>
            <a:endParaRPr/>
          </a:p>
        </p:txBody>
      </p:sp>
      <p:sp>
        <p:nvSpPr>
          <p:cNvPr id="852702666" name="Marcador de posición de imagen 12"/>
          <p:cNvSpPr>
            <a:spLocks noGrp="1"/>
          </p:cNvSpPr>
          <p:nvPr>
            <p:ph type="pic" sz="quarter" idx="10"/>
          </p:nvPr>
        </p:nvSpPr>
        <p:spPr bwMode="auto"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 fill="norm" stroke="1" extrusionOk="0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 rtlCol="0">
            <a:normAutofit/>
          </a:bodyPr>
          <a:lstStyle>
            <a:lvl1pPr marL="0" indent="0" algn="r">
              <a:buNone/>
              <a:defRPr lang="es-ES" sz="2000"/>
            </a:lvl1pPr>
          </a:lstStyle>
          <a:p>
            <a:pPr rtl="0">
              <a:defRPr/>
            </a:pPr>
            <a:r>
              <a:rPr lang="es-ES"/>
              <a:t>Haga clic en el icono para agregar una imagen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ntenido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287481" name="Forma libre 6"/>
          <p:cNvSpPr/>
          <p:nvPr userDrawn="1"/>
        </p:nvSpPr>
        <p:spPr bwMode="auto"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 fill="norm" stroke="1" extrusionOk="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>
              <a:defRPr/>
            </a:pPr>
            <a:endParaRPr lang="es-ES"/>
          </a:p>
        </p:txBody>
      </p:sp>
      <p:cxnSp>
        <p:nvCxnSpPr>
          <p:cNvPr id="71704646" name="Conector recto 7"/>
          <p:cNvCxnSpPr/>
          <p:nvPr userDrawn="1"/>
        </p:nvCxnSpPr>
        <p:spPr bwMode="auto"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494424" name="Conector recto 8"/>
          <p:cNvCxnSpPr/>
          <p:nvPr userDrawn="1"/>
        </p:nvCxnSpPr>
        <p:spPr bwMode="auto"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165184" name="Conector recto 9"/>
          <p:cNvCxnSpPr/>
          <p:nvPr userDrawn="1"/>
        </p:nvCxnSpPr>
        <p:spPr bwMode="auto"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8644323" name="Título 1"/>
          <p:cNvSpPr>
            <a:spLocks noGrp="1"/>
          </p:cNvSpPr>
          <p:nvPr>
            <p:ph type="title" hasCustomPrompt="1"/>
          </p:nvPr>
        </p:nvSpPr>
        <p:spPr bwMode="auto">
          <a:xfrm>
            <a:off x="838200" y="509286"/>
            <a:ext cx="3200400" cy="5617193"/>
          </a:xfrm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>
              <a:defRPr/>
            </a:pPr>
            <a:r>
              <a:rPr lang="es-ES"/>
              <a:t>Haga clic para agregar un título</a:t>
            </a:r>
            <a:endParaRPr/>
          </a:p>
        </p:txBody>
      </p:sp>
      <p:sp>
        <p:nvSpPr>
          <p:cNvPr id="1547642106" name="Marcador de contenido 2"/>
          <p:cNvSpPr>
            <a:spLocks noGrp="1"/>
          </p:cNvSpPr>
          <p:nvPr>
            <p:ph idx="1" hasCustomPrompt="1"/>
          </p:nvPr>
        </p:nvSpPr>
        <p:spPr bwMode="auto">
          <a:xfrm>
            <a:off x="5023412" y="509286"/>
            <a:ext cx="4328932" cy="5617194"/>
          </a:xfrm>
        </p:spPr>
        <p:txBody>
          <a:bodyPr rtlCol="0"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lang="es-ES"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lang="es-ES"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lang="es-ES"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lang="es-ES"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lang="es-ES" sz="1200"/>
            </a:lvl5pPr>
          </a:lstStyle>
          <a:p>
            <a:pPr lvl="0" rtl="0">
              <a:defRPr/>
            </a:pPr>
            <a:r>
              <a:rPr lang="es-ES"/>
              <a:t>Haga clic para agregar texto</a:t>
            </a:r>
            <a:endParaRPr/>
          </a:p>
          <a:p>
            <a:pPr lvl="1" rtl="0">
              <a:defRPr/>
            </a:pPr>
            <a:r>
              <a:rPr lang="es-ES"/>
              <a:t>Segundo nivel</a:t>
            </a:r>
            <a:endParaRPr/>
          </a:p>
          <a:p>
            <a:pPr lvl="2" rtl="0">
              <a:defRPr/>
            </a:pPr>
            <a:r>
              <a:rPr lang="es-ES"/>
              <a:t>Tercer nivel</a:t>
            </a:r>
            <a:endParaRPr/>
          </a:p>
          <a:p>
            <a:pPr lvl="3" rtl="0">
              <a:defRPr/>
            </a:pPr>
            <a:r>
              <a:rPr lang="es-ES"/>
              <a:t>Cuarto nivel</a:t>
            </a:r>
            <a:endParaRPr/>
          </a:p>
          <a:p>
            <a:pPr lvl="4" rtl="0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900037525" name="Marcador de posición de imagen 13"/>
          <p:cNvSpPr>
            <a:spLocks noGrp="1"/>
          </p:cNvSpPr>
          <p:nvPr>
            <p:ph type="pic" sz="quarter" idx="13"/>
          </p:nvPr>
        </p:nvSpPr>
        <p:spPr bwMode="auto">
          <a:xfrm>
            <a:off x="9548813" y="-22860"/>
            <a:ext cx="2651760" cy="6903720"/>
          </a:xfrm>
        </p:spPr>
        <p:txBody>
          <a:bodyPr lIns="182880" tIns="274320" rIns="182880"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>
              <a:defRPr/>
            </a:pPr>
            <a:r>
              <a:rPr lang="es-ES"/>
              <a:t>Haga clic en el icono para agregar una imagen</a:t>
            </a:r>
            <a:endParaRPr/>
          </a:p>
        </p:txBody>
      </p:sp>
      <p:sp>
        <p:nvSpPr>
          <p:cNvPr id="456116696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D6D8061D-18C3-4F4F-85EF-561633F58754}" type="datetimeFigureOut">
              <a:rPr lang="es-ES"/>
              <a:t>20/10/2025</a:t>
            </a:fld>
            <a:endParaRPr lang="es-ES"/>
          </a:p>
        </p:txBody>
      </p:sp>
      <p:sp>
        <p:nvSpPr>
          <p:cNvPr id="272486313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2096395454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BD12358-51D2-46B3-9BDE-DF29528B945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ítulo + imag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065280037" name="Conector recto 1"/>
          <p:cNvCxnSpPr/>
          <p:nvPr userDrawn="1"/>
        </p:nvCxnSpPr>
        <p:spPr bwMode="auto"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2640568" name="Conector recto 2"/>
          <p:cNvCxnSpPr/>
          <p:nvPr userDrawn="1"/>
        </p:nvCxnSpPr>
        <p:spPr bwMode="auto"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5115014" name="Conector recto 6"/>
          <p:cNvCxnSpPr/>
          <p:nvPr userDrawn="1"/>
        </p:nvCxnSpPr>
        <p:spPr bwMode="auto"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4919156" name="Conector recto 8"/>
          <p:cNvCxnSpPr/>
          <p:nvPr userDrawn="1"/>
        </p:nvCxnSpPr>
        <p:spPr bwMode="auto"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5690385" name="Título 1"/>
          <p:cNvSpPr>
            <a:spLocks noGrp="1"/>
          </p:cNvSpPr>
          <p:nvPr>
            <p:ph type="ctrTitle" hasCustomPrompt="1"/>
          </p:nvPr>
        </p:nvSpPr>
        <p:spPr bwMode="auto">
          <a:xfrm>
            <a:off x="1524000" y="743671"/>
            <a:ext cx="9144000" cy="3361254"/>
          </a:xfrm>
        </p:spPr>
        <p:txBody>
          <a:bodyPr rtlCol="0" anchor="b">
            <a:noAutofit/>
          </a:bodyPr>
          <a:lstStyle>
            <a:lvl1pPr algn="ctr">
              <a:defRPr lang="es-ES" sz="4400"/>
            </a:lvl1pPr>
          </a:lstStyle>
          <a:p>
            <a:pPr rtl="0">
              <a:defRPr/>
            </a:pPr>
            <a:r>
              <a:rPr lang="es-ES"/>
              <a:t>Haga clic para agregar un título</a:t>
            </a:r>
            <a:endParaRPr/>
          </a:p>
        </p:txBody>
      </p:sp>
      <p:sp>
        <p:nvSpPr>
          <p:cNvPr id="1809653292" name="Marcador de posición de imagen 7"/>
          <p:cNvSpPr>
            <a:spLocks noGrp="1"/>
          </p:cNvSpPr>
          <p:nvPr>
            <p:ph type="pic" sz="quarter" idx="13"/>
          </p:nvPr>
        </p:nvSpPr>
        <p:spPr bwMode="auto">
          <a:xfrm>
            <a:off x="-7620" y="4766434"/>
            <a:ext cx="12207240" cy="2121408"/>
          </a:xfrm>
        </p:spPr>
        <p:txBody>
          <a:bodyPr rtlCol="0">
            <a:noAutofit/>
          </a:bodyPr>
          <a:lstStyle>
            <a:lvl1pPr marL="0" indent="0" algn="ctr">
              <a:buNone/>
              <a:defRPr lang="es-ES" sz="2000"/>
            </a:lvl1pPr>
          </a:lstStyle>
          <a:p>
            <a:pPr rtl="0">
              <a:defRPr/>
            </a:pPr>
            <a:r>
              <a:rPr lang="es-ES"/>
              <a:t>Haga clic en el icono para agregar una imagen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ítulo + subtítulo + imag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797356778" name="Conector recto 7"/>
          <p:cNvCxnSpPr/>
          <p:nvPr userDrawn="1"/>
        </p:nvCxnSpPr>
        <p:spPr bwMode="auto"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432104" name="Conector recto 8"/>
          <p:cNvCxnSpPr/>
          <p:nvPr userDrawn="1"/>
        </p:nvCxnSpPr>
        <p:spPr bwMode="auto"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5344" name="Conector recto 9"/>
          <p:cNvCxnSpPr/>
          <p:nvPr userDrawn="1"/>
        </p:nvCxnSpPr>
        <p:spPr bwMode="auto"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5495689" name="Título 1"/>
          <p:cNvSpPr>
            <a:spLocks noGrp="1"/>
          </p:cNvSpPr>
          <p:nvPr>
            <p:ph type="ctrTitle"/>
          </p:nvPr>
        </p:nvSpPr>
        <p:spPr bwMode="auto">
          <a:xfrm>
            <a:off x="1215072" y="528320"/>
            <a:ext cx="5028566" cy="3354992"/>
          </a:xfrm>
        </p:spPr>
        <p:txBody>
          <a:bodyPr rtlCol="0" anchor="b">
            <a:noAutofit/>
          </a:bodyPr>
          <a:lstStyle>
            <a:lvl1pPr algn="l">
              <a:defRPr lang="es-ES" sz="4400"/>
            </a:lvl1pPr>
          </a:lstStyle>
          <a:p>
            <a:pPr rtl="0">
              <a:defRPr/>
            </a:pPr>
            <a:endParaRPr lang="es-ES"/>
          </a:p>
        </p:txBody>
      </p:sp>
      <p:sp>
        <p:nvSpPr>
          <p:cNvPr id="1814394957" name="Subtítulo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215072" y="4027992"/>
            <a:ext cx="5028565" cy="1894972"/>
          </a:xfrm>
        </p:spPr>
        <p:txBody>
          <a:bodyPr rtlCol="0">
            <a:noAutofit/>
          </a:bodyPr>
          <a:lstStyle>
            <a:lvl1pPr marL="0" indent="0" algn="l">
              <a:buNone/>
              <a:defRPr lang="es-ES" sz="1800" b="1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>
              <a:defRPr/>
            </a:pPr>
            <a:r>
              <a:rPr lang="es-ES"/>
              <a:t>Haga clic para agregar un subtítulo</a:t>
            </a:r>
            <a:endParaRPr/>
          </a:p>
        </p:txBody>
      </p:sp>
      <p:sp>
        <p:nvSpPr>
          <p:cNvPr id="972101032" name="Marcador de posición de imagen 7"/>
          <p:cNvSpPr>
            <a:spLocks noGrp="1"/>
          </p:cNvSpPr>
          <p:nvPr>
            <p:ph type="pic" sz="quarter" idx="13"/>
          </p:nvPr>
        </p:nvSpPr>
        <p:spPr bwMode="auto"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 fill="norm" stroke="1" extrusionOk="0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 rtlCol="0">
            <a:normAutofit/>
          </a:bodyPr>
          <a:lstStyle>
            <a:lvl1pPr marL="0" indent="0" algn="r">
              <a:buNone/>
              <a:defRPr lang="es-ES" sz="2000"/>
            </a:lvl1pPr>
          </a:lstStyle>
          <a:p>
            <a:pPr rtl="0">
              <a:defRPr/>
            </a:pPr>
            <a:r>
              <a:rPr lang="es-ES"/>
              <a:t>Haga clic en el icono para agregar una imagen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ntenido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576357126" name="Conector recto 6"/>
          <p:cNvCxnSpPr/>
          <p:nvPr userDrawn="1"/>
        </p:nvCxnSpPr>
        <p:spPr bwMode="auto"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813194" name="Conector recto 7"/>
          <p:cNvCxnSpPr/>
          <p:nvPr userDrawn="1"/>
        </p:nvCxnSpPr>
        <p:spPr bwMode="auto"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277764" name="Título 1"/>
          <p:cNvSpPr>
            <a:spLocks noGrp="1"/>
          </p:cNvSpPr>
          <p:nvPr>
            <p:ph type="title" hasCustomPrompt="1"/>
          </p:nvPr>
        </p:nvSpPr>
        <p:spPr bwMode="auto">
          <a:xfrm>
            <a:off x="3970117" y="185195"/>
            <a:ext cx="6930837" cy="1505492"/>
          </a:xfrm>
        </p:spPr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>
              <a:defRPr/>
            </a:pPr>
            <a:r>
              <a:rPr lang="es-ES"/>
              <a:t>Haga clic para agregar un título</a:t>
            </a:r>
            <a:endParaRPr/>
          </a:p>
        </p:txBody>
      </p:sp>
      <p:sp>
        <p:nvSpPr>
          <p:cNvPr id="235293831" name="Marcador de posición de imagen 11"/>
          <p:cNvSpPr>
            <a:spLocks noGrp="1"/>
          </p:cNvSpPr>
          <p:nvPr>
            <p:ph type="pic" sz="quarter" idx="10"/>
          </p:nvPr>
        </p:nvSpPr>
        <p:spPr bwMode="auto">
          <a:xfrm>
            <a:off x="-18788" y="-22860"/>
            <a:ext cx="3291840" cy="6903720"/>
          </a:xfrm>
        </p:spPr>
        <p:txBody>
          <a:bodyPr lIns="182880" tIns="274320" rIns="182880"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>
              <a:defRPr/>
            </a:pPr>
            <a:r>
              <a:rPr lang="es-ES"/>
              <a:t>Haga clic en el icono para agregar una imagen</a:t>
            </a:r>
            <a:endParaRPr/>
          </a:p>
        </p:txBody>
      </p:sp>
      <p:sp>
        <p:nvSpPr>
          <p:cNvPr id="1767416308" name="Marcador de contenido 3"/>
          <p:cNvSpPr>
            <a:spLocks noGrp="1"/>
          </p:cNvSpPr>
          <p:nvPr>
            <p:ph sz="half" idx="2" hasCustomPrompt="1"/>
          </p:nvPr>
        </p:nvSpPr>
        <p:spPr bwMode="auto">
          <a:xfrm>
            <a:off x="3970116" y="2022395"/>
            <a:ext cx="6941703" cy="4297680"/>
          </a:xfrm>
        </p:spPr>
        <p:txBody>
          <a:bodyPr rtlCol="0"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/>
              <a:buChar char="•"/>
              <a:defRPr lang="es-ES" sz="1800"/>
            </a:lvl1pPr>
            <a:lvl2pPr>
              <a:spcBef>
                <a:spcPts val="1000"/>
              </a:spcBef>
              <a:spcAft>
                <a:spcPts val="1500"/>
              </a:spcAft>
              <a:defRPr lang="es-ES" sz="1800"/>
            </a:lvl2pPr>
            <a:lvl3pPr>
              <a:spcBef>
                <a:spcPts val="1000"/>
              </a:spcBef>
              <a:spcAft>
                <a:spcPts val="1500"/>
              </a:spcAft>
              <a:defRPr lang="es-ES" sz="1800"/>
            </a:lvl3pPr>
            <a:lvl4pPr>
              <a:spcBef>
                <a:spcPts val="1000"/>
              </a:spcBef>
              <a:spcAft>
                <a:spcPts val="1500"/>
              </a:spcAft>
              <a:defRPr lang="es-ES" sz="1800"/>
            </a:lvl4pPr>
            <a:lvl5pPr>
              <a:spcBef>
                <a:spcPts val="1000"/>
              </a:spcBef>
              <a:spcAft>
                <a:spcPts val="1500"/>
              </a:spcAft>
              <a:defRPr lang="es-ES" sz="1800"/>
            </a:lvl5pPr>
          </a:lstStyle>
          <a:p>
            <a:pPr lvl="0" rtl="0">
              <a:defRPr/>
            </a:pPr>
            <a:r>
              <a:rPr lang="es-ES"/>
              <a:t>Haga clic para agregar texto</a:t>
            </a:r>
            <a:endParaRPr/>
          </a:p>
          <a:p>
            <a:pPr lvl="1" rtl="0">
              <a:defRPr/>
            </a:pPr>
            <a:r>
              <a:rPr lang="es-ES"/>
              <a:t>Segundo nivel</a:t>
            </a:r>
            <a:endParaRPr/>
          </a:p>
          <a:p>
            <a:pPr lvl="2" rtl="0">
              <a:defRPr/>
            </a:pPr>
            <a:r>
              <a:rPr lang="es-ES"/>
              <a:t>Tercer nivel</a:t>
            </a:r>
            <a:endParaRPr/>
          </a:p>
          <a:p>
            <a:pPr lvl="3" rtl="0">
              <a:defRPr/>
            </a:pPr>
            <a:r>
              <a:rPr lang="es-ES"/>
              <a:t>Cuarto nivel</a:t>
            </a:r>
            <a:endParaRPr/>
          </a:p>
          <a:p>
            <a:pPr lvl="4" rtl="0">
              <a:defRPr/>
            </a:pPr>
            <a:r>
              <a:rPr lang="es-ES"/>
              <a:t>Quinto nivel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ítulo + sub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753779" name="Forma libre 10"/>
          <p:cNvSpPr/>
          <p:nvPr userDrawn="1"/>
        </p:nvSpPr>
        <p:spPr bwMode="auto"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 fill="norm" stroke="1" extrusionOk="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>
              <a:defRPr/>
            </a:pPr>
            <a:endParaRPr lang="es-ES">
              <a:ln>
                <a:noFill/>
              </a:ln>
            </a:endParaRPr>
          </a:p>
        </p:txBody>
      </p:sp>
      <p:cxnSp>
        <p:nvCxnSpPr>
          <p:cNvPr id="766176831" name="Conector recto 7"/>
          <p:cNvCxnSpPr/>
          <p:nvPr userDrawn="1"/>
        </p:nvCxnSpPr>
        <p:spPr bwMode="auto"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2116807" name="Conector recto 8"/>
          <p:cNvCxnSpPr/>
          <p:nvPr userDrawn="1"/>
        </p:nvCxnSpPr>
        <p:spPr bwMode="auto"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380879" name="Conector recto 9"/>
          <p:cNvCxnSpPr/>
          <p:nvPr userDrawn="1"/>
        </p:nvCxnSpPr>
        <p:spPr bwMode="auto"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431530" name="Conector recto 10"/>
          <p:cNvCxnSpPr/>
          <p:nvPr userDrawn="1"/>
        </p:nvCxnSpPr>
        <p:spPr bwMode="auto"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7973423" name="Conector recto 11"/>
          <p:cNvCxnSpPr/>
          <p:nvPr userDrawn="1"/>
        </p:nvCxnSpPr>
        <p:spPr bwMode="auto"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6965389" name="Conector recto 12"/>
          <p:cNvCxnSpPr/>
          <p:nvPr userDrawn="1"/>
        </p:nvCxnSpPr>
        <p:spPr bwMode="auto"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878472" name="Conector recto 13"/>
          <p:cNvCxnSpPr/>
          <p:nvPr userDrawn="1"/>
        </p:nvCxnSpPr>
        <p:spPr bwMode="auto"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1276465" name="Título 1"/>
          <p:cNvSpPr>
            <a:spLocks noGrp="1"/>
          </p:cNvSpPr>
          <p:nvPr>
            <p:ph type="ctrTitle" hasCustomPrompt="1"/>
          </p:nvPr>
        </p:nvSpPr>
        <p:spPr bwMode="auto">
          <a:xfrm>
            <a:off x="1524000" y="685800"/>
            <a:ext cx="9144000" cy="3136738"/>
          </a:xfrm>
        </p:spPr>
        <p:txBody>
          <a:bodyPr rtlCol="0" anchor="b">
            <a:noAutofit/>
          </a:bodyPr>
          <a:lstStyle>
            <a:lvl1pPr algn="ctr">
              <a:defRPr lang="es-ES" sz="4400"/>
            </a:lvl1pPr>
          </a:lstStyle>
          <a:p>
            <a:pPr rtl="0">
              <a:defRPr/>
            </a:pPr>
            <a:r>
              <a:rPr lang="es-ES"/>
              <a:t>Haga clic para agregar un título</a:t>
            </a:r>
            <a:endParaRPr/>
          </a:p>
        </p:txBody>
      </p:sp>
      <p:sp>
        <p:nvSpPr>
          <p:cNvPr id="1226763448" name="Subtítulo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524000" y="3978800"/>
            <a:ext cx="9144000" cy="1965960"/>
          </a:xfrm>
        </p:spPr>
        <p:txBody>
          <a:bodyPr rtlCol="0">
            <a:noAutofit/>
          </a:bodyPr>
          <a:lstStyle>
            <a:lvl1pPr marL="0" indent="0" algn="ctr">
              <a:buNone/>
              <a:defRPr lang="es-ES" sz="1800" b="1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>
              <a:defRPr/>
            </a:pPr>
            <a:r>
              <a:rPr lang="es-ES"/>
              <a:t>Haga clic para agregar un subtítulo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os contenidos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899934492" name="Conector recto 7"/>
          <p:cNvCxnSpPr/>
          <p:nvPr userDrawn="1"/>
        </p:nvCxnSpPr>
        <p:spPr bwMode="auto"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230294" name="Conector recto 8"/>
          <p:cNvCxnSpPr/>
          <p:nvPr userDrawn="1"/>
        </p:nvCxnSpPr>
        <p:spPr bwMode="auto"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973083" name="Conector recto 9"/>
          <p:cNvCxnSpPr/>
          <p:nvPr userDrawn="1"/>
        </p:nvCxnSpPr>
        <p:spPr bwMode="auto"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250268" name="Conector recto 10"/>
          <p:cNvCxnSpPr/>
          <p:nvPr userDrawn="1"/>
        </p:nvCxnSpPr>
        <p:spPr bwMode="auto"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561827" name="Conector recto 11"/>
          <p:cNvCxnSpPr/>
          <p:nvPr userDrawn="1"/>
        </p:nvCxnSpPr>
        <p:spPr bwMode="auto"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924862" name="Conector recto 12"/>
          <p:cNvCxnSpPr/>
          <p:nvPr userDrawn="1"/>
        </p:nvCxnSpPr>
        <p:spPr bwMode="auto"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9802439" name="Conector recto 13"/>
          <p:cNvCxnSpPr/>
          <p:nvPr userDrawn="1"/>
        </p:nvCxnSpPr>
        <p:spPr bwMode="auto"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39901" name="Título 1"/>
          <p:cNvSpPr>
            <a:spLocks noGrp="1"/>
          </p:cNvSpPr>
          <p:nvPr>
            <p:ph type="title" hasCustomPrompt="1"/>
          </p:nvPr>
        </p:nvSpPr>
        <p:spPr bwMode="auto"/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>
              <a:defRPr/>
            </a:pPr>
            <a:r>
              <a:rPr lang="es-ES"/>
              <a:t>Haga clic para agregar un título</a:t>
            </a:r>
            <a:endParaRPr/>
          </a:p>
        </p:txBody>
      </p:sp>
      <p:sp>
        <p:nvSpPr>
          <p:cNvPr id="648156737" name="Marcador de contenido 3"/>
          <p:cNvSpPr>
            <a:spLocks noGrp="1"/>
          </p:cNvSpPr>
          <p:nvPr>
            <p:ph sz="half" idx="14" hasCustomPrompt="1"/>
          </p:nvPr>
        </p:nvSpPr>
        <p:spPr bwMode="auto">
          <a:xfrm>
            <a:off x="834961" y="2032663"/>
            <a:ext cx="4463005" cy="406749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lang="es-ES" sz="1800"/>
            </a:lvl1pPr>
            <a:lvl2pPr marL="0">
              <a:spcBef>
                <a:spcPts val="1000"/>
              </a:spcBef>
              <a:spcAft>
                <a:spcPts val="500"/>
              </a:spcAft>
              <a:defRPr lang="es-ES" sz="1800"/>
            </a:lvl2pPr>
            <a:lvl3pPr marL="457200">
              <a:spcBef>
                <a:spcPts val="1000"/>
              </a:spcBef>
              <a:spcAft>
                <a:spcPts val="500"/>
              </a:spcAft>
              <a:defRPr lang="es-ES" sz="1800"/>
            </a:lvl3pPr>
            <a:lvl4pPr marL="685800">
              <a:spcBef>
                <a:spcPts val="1000"/>
              </a:spcBef>
              <a:spcAft>
                <a:spcPts val="500"/>
              </a:spcAft>
              <a:defRPr lang="es-ES" sz="1800"/>
            </a:lvl4pPr>
            <a:lvl5pPr marL="914400">
              <a:spcBef>
                <a:spcPts val="1000"/>
              </a:spcBef>
              <a:spcAft>
                <a:spcPts val="500"/>
              </a:spcAft>
              <a:defRPr lang="es-ES" sz="1800"/>
            </a:lvl5pPr>
          </a:lstStyle>
          <a:p>
            <a:pPr lvl="0" rtl="0">
              <a:defRPr/>
            </a:pPr>
            <a:r>
              <a:rPr lang="es-ES"/>
              <a:t>Haga clic para agregar texto</a:t>
            </a:r>
            <a:endParaRPr/>
          </a:p>
          <a:p>
            <a:pPr lvl="1" rtl="0">
              <a:defRPr/>
            </a:pPr>
            <a:r>
              <a:rPr lang="es-ES"/>
              <a:t>Segundo nivel</a:t>
            </a:r>
            <a:endParaRPr/>
          </a:p>
          <a:p>
            <a:pPr lvl="2" rtl="0">
              <a:defRPr/>
            </a:pPr>
            <a:r>
              <a:rPr lang="es-ES"/>
              <a:t>Tercer nivel</a:t>
            </a:r>
            <a:endParaRPr/>
          </a:p>
          <a:p>
            <a:pPr lvl="3" rtl="0">
              <a:defRPr/>
            </a:pPr>
            <a:r>
              <a:rPr lang="es-ES"/>
              <a:t>Cuarto nivel</a:t>
            </a:r>
            <a:endParaRPr/>
          </a:p>
          <a:p>
            <a:pPr lvl="4" rtl="0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82892611" name="Marcador de contenido 3"/>
          <p:cNvSpPr>
            <a:spLocks noGrp="1"/>
          </p:cNvSpPr>
          <p:nvPr>
            <p:ph sz="half" idx="13" hasCustomPrompt="1"/>
          </p:nvPr>
        </p:nvSpPr>
        <p:spPr bwMode="auto">
          <a:xfrm>
            <a:off x="6141720" y="2032663"/>
            <a:ext cx="5212080" cy="406749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lang="es-ES" sz="1800"/>
            </a:lvl1pPr>
            <a:lvl2pPr marL="0">
              <a:spcBef>
                <a:spcPts val="1000"/>
              </a:spcBef>
              <a:spcAft>
                <a:spcPts val="500"/>
              </a:spcAft>
              <a:defRPr lang="es-ES" sz="1800"/>
            </a:lvl2pPr>
            <a:lvl3pPr marL="457200">
              <a:spcBef>
                <a:spcPts val="1000"/>
              </a:spcBef>
              <a:spcAft>
                <a:spcPts val="500"/>
              </a:spcAft>
              <a:defRPr lang="es-ES" sz="1800"/>
            </a:lvl3pPr>
            <a:lvl4pPr marL="685800">
              <a:spcBef>
                <a:spcPts val="1000"/>
              </a:spcBef>
              <a:spcAft>
                <a:spcPts val="500"/>
              </a:spcAft>
              <a:defRPr lang="es-ES" sz="1800"/>
            </a:lvl4pPr>
            <a:lvl5pPr marL="914400">
              <a:spcBef>
                <a:spcPts val="1000"/>
              </a:spcBef>
              <a:spcAft>
                <a:spcPts val="500"/>
              </a:spcAft>
              <a:defRPr lang="es-ES" sz="1800"/>
            </a:lvl5pPr>
          </a:lstStyle>
          <a:p>
            <a:pPr lvl="0" rtl="0">
              <a:defRPr/>
            </a:pPr>
            <a:r>
              <a:rPr lang="es-ES"/>
              <a:t>Haga clic para agregar texto</a:t>
            </a:r>
            <a:endParaRPr/>
          </a:p>
          <a:p>
            <a:pPr lvl="1" rtl="0">
              <a:defRPr/>
            </a:pPr>
            <a:r>
              <a:rPr lang="es-ES"/>
              <a:t>Segundo nivel</a:t>
            </a:r>
            <a:endParaRPr/>
          </a:p>
          <a:p>
            <a:pPr lvl="2" rtl="0">
              <a:defRPr/>
            </a:pPr>
            <a:r>
              <a:rPr lang="es-ES"/>
              <a:t>Tercer nivel</a:t>
            </a:r>
            <a:endParaRPr/>
          </a:p>
          <a:p>
            <a:pPr lvl="3" rtl="0">
              <a:defRPr/>
            </a:pPr>
            <a:r>
              <a:rPr lang="es-ES"/>
              <a:t>Cuarto nivel</a:t>
            </a:r>
            <a:endParaRPr/>
          </a:p>
          <a:p>
            <a:pPr lvl="4" rtl="0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976928929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D6D8061D-18C3-4F4F-85EF-561633F58754}" type="datetimeFigureOut">
              <a:rPr lang="es-ES"/>
              <a:t>20/10/2025</a:t>
            </a:fld>
            <a:endParaRPr lang="es-ES"/>
          </a:p>
        </p:txBody>
      </p:sp>
      <p:sp>
        <p:nvSpPr>
          <p:cNvPr id="1472514951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452476722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BD12358-51D2-46B3-9BDE-DF29528B945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os contenidos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93162802" name="Conector recto 7"/>
          <p:cNvCxnSpPr/>
          <p:nvPr userDrawn="1"/>
        </p:nvCxnSpPr>
        <p:spPr bwMode="auto"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3058899" name="Conector recto 8"/>
          <p:cNvCxnSpPr/>
          <p:nvPr userDrawn="1"/>
        </p:nvCxnSpPr>
        <p:spPr bwMode="auto"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296215" name="Conector recto 9"/>
          <p:cNvCxnSpPr/>
          <p:nvPr userDrawn="1"/>
        </p:nvCxnSpPr>
        <p:spPr bwMode="auto"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782905" name="Conector recto 10"/>
          <p:cNvCxnSpPr/>
          <p:nvPr userDrawn="1"/>
        </p:nvCxnSpPr>
        <p:spPr bwMode="auto"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7208129" name="Conector recto 11"/>
          <p:cNvCxnSpPr/>
          <p:nvPr userDrawn="1"/>
        </p:nvCxnSpPr>
        <p:spPr bwMode="auto"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6096820" name="Conector recto 12"/>
          <p:cNvCxnSpPr/>
          <p:nvPr userDrawn="1"/>
        </p:nvCxnSpPr>
        <p:spPr bwMode="auto"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4713246" name="Conector recto 13"/>
          <p:cNvCxnSpPr/>
          <p:nvPr userDrawn="1"/>
        </p:nvCxnSpPr>
        <p:spPr bwMode="auto"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0898154" name="Título 1"/>
          <p:cNvSpPr>
            <a:spLocks noGrp="1"/>
          </p:cNvSpPr>
          <p:nvPr>
            <p:ph type="title" hasCustomPrompt="1"/>
          </p:nvPr>
        </p:nvSpPr>
        <p:spPr bwMode="auto"/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>
              <a:defRPr/>
            </a:pPr>
            <a:r>
              <a:rPr lang="es-ES"/>
              <a:t>Haga clic para agregar un título</a:t>
            </a:r>
            <a:endParaRPr/>
          </a:p>
        </p:txBody>
      </p:sp>
      <p:sp>
        <p:nvSpPr>
          <p:cNvPr id="1674558385" name="Marcador de contenido 3"/>
          <p:cNvSpPr>
            <a:spLocks noGrp="1"/>
          </p:cNvSpPr>
          <p:nvPr>
            <p:ph sz="half" idx="15" hasCustomPrompt="1"/>
          </p:nvPr>
        </p:nvSpPr>
        <p:spPr bwMode="auto">
          <a:xfrm>
            <a:off x="838198" y="2078963"/>
            <a:ext cx="3435628" cy="4067492"/>
          </a:xfrm>
        </p:spPr>
        <p:txBody>
          <a:bodyPr rtlCol="0"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lang="es-ES"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lang="es-ES"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lang="es-ES"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lang="es-ES"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lang="es-ES" sz="1800"/>
            </a:lvl5pPr>
          </a:lstStyle>
          <a:p>
            <a:pPr lvl="0" rtl="0">
              <a:defRPr/>
            </a:pPr>
            <a:r>
              <a:rPr lang="es-ES"/>
              <a:t>Haga clic para agregar texto</a:t>
            </a:r>
            <a:endParaRPr/>
          </a:p>
          <a:p>
            <a:pPr lvl="1" rtl="0">
              <a:defRPr/>
            </a:pPr>
            <a:r>
              <a:rPr lang="es-ES"/>
              <a:t>Segundo nivel</a:t>
            </a:r>
            <a:endParaRPr/>
          </a:p>
          <a:p>
            <a:pPr lvl="2" rtl="0">
              <a:defRPr/>
            </a:pPr>
            <a:r>
              <a:rPr lang="es-ES"/>
              <a:t>Tercer nivel</a:t>
            </a:r>
            <a:endParaRPr/>
          </a:p>
          <a:p>
            <a:pPr lvl="3" rtl="0">
              <a:defRPr/>
            </a:pPr>
            <a:r>
              <a:rPr lang="es-ES"/>
              <a:t>Cuarto nivel</a:t>
            </a:r>
            <a:endParaRPr/>
          </a:p>
          <a:p>
            <a:pPr lvl="4" rtl="0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1704694775" name="Marcador de contenido 3"/>
          <p:cNvSpPr>
            <a:spLocks noGrp="1"/>
          </p:cNvSpPr>
          <p:nvPr>
            <p:ph sz="half" idx="14" hasCustomPrompt="1"/>
          </p:nvPr>
        </p:nvSpPr>
        <p:spPr bwMode="auto">
          <a:xfrm>
            <a:off x="4965539" y="2087315"/>
            <a:ext cx="6007261" cy="406749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lang="es-ES" sz="1800"/>
            </a:lvl1pPr>
            <a:lvl2pPr marL="0">
              <a:spcBef>
                <a:spcPts val="1000"/>
              </a:spcBef>
              <a:spcAft>
                <a:spcPts val="500"/>
              </a:spcAft>
              <a:defRPr lang="es-ES" sz="1800"/>
            </a:lvl2pPr>
            <a:lvl3pPr marL="457200">
              <a:spcBef>
                <a:spcPts val="1000"/>
              </a:spcBef>
              <a:spcAft>
                <a:spcPts val="500"/>
              </a:spcAft>
              <a:defRPr lang="es-ES" sz="1800"/>
            </a:lvl3pPr>
            <a:lvl4pPr marL="685800">
              <a:spcBef>
                <a:spcPts val="1000"/>
              </a:spcBef>
              <a:spcAft>
                <a:spcPts val="500"/>
              </a:spcAft>
              <a:defRPr lang="es-ES" sz="1800"/>
            </a:lvl4pPr>
            <a:lvl5pPr marL="914400">
              <a:spcBef>
                <a:spcPts val="1000"/>
              </a:spcBef>
              <a:spcAft>
                <a:spcPts val="500"/>
              </a:spcAft>
              <a:defRPr lang="es-ES" sz="1800"/>
            </a:lvl5pPr>
          </a:lstStyle>
          <a:p>
            <a:pPr lvl="0" rtl="0">
              <a:defRPr/>
            </a:pPr>
            <a:r>
              <a:rPr lang="es-ES"/>
              <a:t>Haga clic para agregar texto</a:t>
            </a:r>
            <a:endParaRPr/>
          </a:p>
          <a:p>
            <a:pPr lvl="1" rtl="0">
              <a:defRPr/>
            </a:pPr>
            <a:r>
              <a:rPr lang="es-ES"/>
              <a:t>Segundo nivel</a:t>
            </a:r>
            <a:endParaRPr/>
          </a:p>
          <a:p>
            <a:pPr lvl="2" rtl="0">
              <a:defRPr/>
            </a:pPr>
            <a:r>
              <a:rPr lang="es-ES"/>
              <a:t>Tercer nivel</a:t>
            </a:r>
            <a:endParaRPr/>
          </a:p>
          <a:p>
            <a:pPr lvl="3" rtl="0">
              <a:defRPr/>
            </a:pPr>
            <a:r>
              <a:rPr lang="es-ES"/>
              <a:t>Cuarto nivel</a:t>
            </a:r>
            <a:endParaRPr/>
          </a:p>
          <a:p>
            <a:pPr lvl="4" rtl="0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301863196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D6D8061D-18C3-4F4F-85EF-561633F58754}" type="datetimeFigureOut">
              <a:rPr lang="es-ES"/>
              <a:t>20/10/2025</a:t>
            </a:fld>
            <a:endParaRPr lang="es-ES"/>
          </a:p>
        </p:txBody>
      </p:sp>
      <p:sp>
        <p:nvSpPr>
          <p:cNvPr id="270536766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872782146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BD12358-51D2-46B3-9BDE-DF29528B945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ntenido + imagen 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596562056" name="Conector recto 3"/>
          <p:cNvCxnSpPr/>
          <p:nvPr userDrawn="1"/>
        </p:nvCxnSpPr>
        <p:spPr bwMode="auto"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5903702" name="Conector recto 8"/>
          <p:cNvCxnSpPr/>
          <p:nvPr userDrawn="1"/>
        </p:nvCxnSpPr>
        <p:spPr bwMode="auto"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126862" name="Conector recto 9"/>
          <p:cNvCxnSpPr/>
          <p:nvPr userDrawn="1"/>
        </p:nvCxnSpPr>
        <p:spPr bwMode="auto"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6236205" name="Título 1"/>
          <p:cNvSpPr>
            <a:spLocks noGrp="1"/>
          </p:cNvSpPr>
          <p:nvPr>
            <p:ph type="title"/>
          </p:nvPr>
        </p:nvSpPr>
        <p:spPr bwMode="auto">
          <a:xfrm>
            <a:off x="838198" y="365125"/>
            <a:ext cx="6645965" cy="1325563"/>
          </a:xfrm>
        </p:spPr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>
              <a:defRPr/>
            </a:pPr>
            <a:endParaRPr lang="es-ES"/>
          </a:p>
        </p:txBody>
      </p:sp>
      <p:sp>
        <p:nvSpPr>
          <p:cNvPr id="2069325834" name="Marcador de contenido 2"/>
          <p:cNvSpPr>
            <a:spLocks noGrp="1"/>
          </p:cNvSpPr>
          <p:nvPr>
            <p:ph sz="half" idx="1" hasCustomPrompt="1"/>
          </p:nvPr>
        </p:nvSpPr>
        <p:spPr bwMode="auto">
          <a:xfrm>
            <a:off x="838201" y="2055813"/>
            <a:ext cx="5781261" cy="406749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lang="es-ES" sz="1800"/>
            </a:lvl1pPr>
            <a:lvl2pPr>
              <a:spcBef>
                <a:spcPts val="1000"/>
              </a:spcBef>
              <a:spcAft>
                <a:spcPts val="500"/>
              </a:spcAft>
              <a:defRPr lang="es-ES" sz="1600"/>
            </a:lvl2pPr>
            <a:lvl3pPr>
              <a:spcBef>
                <a:spcPts val="1000"/>
              </a:spcBef>
              <a:spcAft>
                <a:spcPts val="500"/>
              </a:spcAft>
              <a:defRPr lang="es-ES" sz="1400"/>
            </a:lvl3pPr>
            <a:lvl4pPr>
              <a:spcBef>
                <a:spcPts val="1000"/>
              </a:spcBef>
              <a:spcAft>
                <a:spcPts val="500"/>
              </a:spcAft>
              <a:defRPr lang="es-ES" sz="1200"/>
            </a:lvl4pPr>
            <a:lvl5pPr>
              <a:spcBef>
                <a:spcPts val="1000"/>
              </a:spcBef>
              <a:spcAft>
                <a:spcPts val="500"/>
              </a:spcAft>
              <a:defRPr lang="es-ES" sz="1200"/>
            </a:lvl5pPr>
          </a:lstStyle>
          <a:p>
            <a:pPr lvl="0" rtl="0">
              <a:defRPr/>
            </a:pPr>
            <a:r>
              <a:rPr lang="es-ES"/>
              <a:t>Haga clic para agregar texto</a:t>
            </a:r>
            <a:endParaRPr/>
          </a:p>
          <a:p>
            <a:pPr lvl="1" rtl="0">
              <a:defRPr/>
            </a:pPr>
            <a:r>
              <a:rPr lang="es-ES"/>
              <a:t>Segundo nivel</a:t>
            </a:r>
            <a:endParaRPr/>
          </a:p>
          <a:p>
            <a:pPr lvl="2" rtl="0">
              <a:defRPr/>
            </a:pPr>
            <a:r>
              <a:rPr lang="es-ES"/>
              <a:t>Tercer nivel</a:t>
            </a:r>
            <a:endParaRPr/>
          </a:p>
          <a:p>
            <a:pPr lvl="3" rtl="0">
              <a:defRPr/>
            </a:pPr>
            <a:r>
              <a:rPr lang="es-ES"/>
              <a:t>Cuarto nivel</a:t>
            </a:r>
            <a:endParaRPr/>
          </a:p>
          <a:p>
            <a:pPr lvl="4" rtl="0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1660189182" name="Marcador de posición de imagen 7"/>
          <p:cNvSpPr>
            <a:spLocks noGrp="1"/>
          </p:cNvSpPr>
          <p:nvPr>
            <p:ph type="pic" sz="quarter" idx="13"/>
          </p:nvPr>
        </p:nvSpPr>
        <p:spPr bwMode="auto">
          <a:xfrm>
            <a:off x="7566991" y="-22860"/>
            <a:ext cx="4625008" cy="6903720"/>
          </a:xfrm>
        </p:spPr>
        <p:txBody>
          <a:bodyPr tIns="274320"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>
              <a:defRPr/>
            </a:pPr>
            <a:r>
              <a:rPr lang="es-ES"/>
              <a:t>Haga clic en el icono para agregar una imagen</a:t>
            </a:r>
            <a:endParaRPr/>
          </a:p>
        </p:txBody>
      </p:sp>
      <p:sp>
        <p:nvSpPr>
          <p:cNvPr id="560906226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D6D8061D-18C3-4F4F-85EF-561633F58754}" type="datetimeFigureOut">
              <a:rPr lang="es-ES"/>
              <a:t>20/10/2025</a:t>
            </a:fld>
            <a:endParaRPr lang="es-ES"/>
          </a:p>
        </p:txBody>
      </p:sp>
      <p:sp>
        <p:nvSpPr>
          <p:cNvPr id="1681871760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1609648195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BD12358-51D2-46B3-9BDE-DF29528B945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ntenido + tabl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166258639" name="Conector recto 3"/>
          <p:cNvCxnSpPr/>
          <p:nvPr userDrawn="1"/>
        </p:nvCxnSpPr>
        <p:spPr bwMode="auto"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5088730" name="Conector recto 8"/>
          <p:cNvCxnSpPr/>
          <p:nvPr userDrawn="1"/>
        </p:nvCxnSpPr>
        <p:spPr bwMode="auto"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7827811" name="Conector recto 9"/>
          <p:cNvCxnSpPr/>
          <p:nvPr userDrawn="1"/>
        </p:nvCxnSpPr>
        <p:spPr bwMode="auto"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307167" name="Conector recto 10"/>
          <p:cNvCxnSpPr/>
          <p:nvPr userDrawn="1"/>
        </p:nvCxnSpPr>
        <p:spPr bwMode="auto"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1599963" name="Conector recto 11"/>
          <p:cNvCxnSpPr/>
          <p:nvPr userDrawn="1"/>
        </p:nvCxnSpPr>
        <p:spPr bwMode="auto"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339015" name="Conector recto 12"/>
          <p:cNvCxnSpPr/>
          <p:nvPr userDrawn="1"/>
        </p:nvCxnSpPr>
        <p:spPr bwMode="auto"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5332089" name="Conector recto 13"/>
          <p:cNvCxnSpPr/>
          <p:nvPr userDrawn="1"/>
        </p:nvCxnSpPr>
        <p:spPr bwMode="auto"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8368541" name="Título 1"/>
          <p:cNvSpPr>
            <a:spLocks noGrp="1"/>
          </p:cNvSpPr>
          <p:nvPr>
            <p:ph type="title" hasCustomPrompt="1"/>
          </p:nvPr>
        </p:nvSpPr>
        <p:spPr bwMode="auto">
          <a:xfrm>
            <a:off x="838200" y="365125"/>
            <a:ext cx="10330404" cy="1325563"/>
          </a:xfrm>
        </p:spPr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>
              <a:defRPr/>
            </a:pPr>
            <a:r>
              <a:rPr lang="es-ES"/>
              <a:t>Haga clic para agregar un título</a:t>
            </a:r>
            <a:endParaRPr/>
          </a:p>
        </p:txBody>
      </p:sp>
      <p:sp>
        <p:nvSpPr>
          <p:cNvPr id="567229947" name="Marcador de contenido 2"/>
          <p:cNvSpPr>
            <a:spLocks noGrp="1"/>
          </p:cNvSpPr>
          <p:nvPr>
            <p:ph sz="half" idx="1" hasCustomPrompt="1"/>
          </p:nvPr>
        </p:nvSpPr>
        <p:spPr bwMode="auto">
          <a:xfrm>
            <a:off x="838200" y="2137059"/>
            <a:ext cx="2816352" cy="3986246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lang="es-ES" sz="1800"/>
            </a:lvl1pPr>
            <a:lvl2pPr>
              <a:spcBef>
                <a:spcPts val="1000"/>
              </a:spcBef>
              <a:spcAft>
                <a:spcPts val="500"/>
              </a:spcAft>
              <a:defRPr lang="es-ES" sz="1600"/>
            </a:lvl2pPr>
            <a:lvl3pPr>
              <a:spcBef>
                <a:spcPts val="1000"/>
              </a:spcBef>
              <a:spcAft>
                <a:spcPts val="500"/>
              </a:spcAft>
              <a:defRPr lang="es-ES" sz="1400"/>
            </a:lvl3pPr>
            <a:lvl4pPr>
              <a:spcBef>
                <a:spcPts val="1000"/>
              </a:spcBef>
              <a:spcAft>
                <a:spcPts val="500"/>
              </a:spcAft>
              <a:defRPr lang="es-ES" sz="1200"/>
            </a:lvl4pPr>
            <a:lvl5pPr>
              <a:spcBef>
                <a:spcPts val="1000"/>
              </a:spcBef>
              <a:spcAft>
                <a:spcPts val="500"/>
              </a:spcAft>
              <a:defRPr lang="es-ES" sz="1200"/>
            </a:lvl5pPr>
          </a:lstStyle>
          <a:p>
            <a:pPr lvl="0" rtl="0">
              <a:defRPr/>
            </a:pPr>
            <a:r>
              <a:rPr lang="es-ES"/>
              <a:t>Haga clic para agregar texto</a:t>
            </a:r>
            <a:endParaRPr/>
          </a:p>
          <a:p>
            <a:pPr lvl="1" rtl="0">
              <a:defRPr/>
            </a:pPr>
            <a:r>
              <a:rPr lang="es-ES"/>
              <a:t>Segundo nivel</a:t>
            </a:r>
            <a:endParaRPr/>
          </a:p>
          <a:p>
            <a:pPr lvl="2" rtl="0">
              <a:defRPr/>
            </a:pPr>
            <a:r>
              <a:rPr lang="es-ES"/>
              <a:t>Tercer nivel</a:t>
            </a:r>
            <a:endParaRPr/>
          </a:p>
          <a:p>
            <a:pPr lvl="3" rtl="0">
              <a:defRPr/>
            </a:pPr>
            <a:r>
              <a:rPr lang="es-ES"/>
              <a:t>Cuarto nivel</a:t>
            </a:r>
            <a:endParaRPr/>
          </a:p>
          <a:p>
            <a:pPr lvl="4" rtl="0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1783957549" name="Marcador de posición de tabla 7"/>
          <p:cNvSpPr>
            <a:spLocks noGrp="1"/>
          </p:cNvSpPr>
          <p:nvPr>
            <p:ph type="tbl" sz="quarter" idx="13"/>
          </p:nvPr>
        </p:nvSpPr>
        <p:spPr bwMode="auto">
          <a:xfrm>
            <a:off x="4109014" y="2137059"/>
            <a:ext cx="7059592" cy="398624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>
              <a:defRPr/>
            </a:pPr>
            <a:r>
              <a:rPr lang="es-ES"/>
              <a:t>Haga clic en el icono para agregar una tabla</a:t>
            </a:r>
            <a:endParaRPr/>
          </a:p>
        </p:txBody>
      </p:sp>
      <p:sp>
        <p:nvSpPr>
          <p:cNvPr id="112275169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D6D8061D-18C3-4F4F-85EF-561633F58754}" type="datetimeFigureOut">
              <a:rPr lang="es-ES"/>
              <a:t>20/10/2025</a:t>
            </a:fld>
            <a:endParaRPr lang="es-ES"/>
          </a:p>
        </p:txBody>
      </p:sp>
      <p:sp>
        <p:nvSpPr>
          <p:cNvPr id="238319270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940387785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BD12358-51D2-46B3-9BDE-DF29528B945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os contenidos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81273760" name="Conector recto 7"/>
          <p:cNvCxnSpPr/>
          <p:nvPr userDrawn="1"/>
        </p:nvCxnSpPr>
        <p:spPr bwMode="auto"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7584303" name="Conector recto 8"/>
          <p:cNvCxnSpPr/>
          <p:nvPr userDrawn="1"/>
        </p:nvCxnSpPr>
        <p:spPr bwMode="auto"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9859022" name="Conector recto 9"/>
          <p:cNvCxnSpPr/>
          <p:nvPr userDrawn="1"/>
        </p:nvCxnSpPr>
        <p:spPr bwMode="auto"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4624759" name="Conector recto 10"/>
          <p:cNvCxnSpPr/>
          <p:nvPr userDrawn="1"/>
        </p:nvCxnSpPr>
        <p:spPr bwMode="auto"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3306335" name="Conector recto 11"/>
          <p:cNvCxnSpPr/>
          <p:nvPr userDrawn="1"/>
        </p:nvCxnSpPr>
        <p:spPr bwMode="auto"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584306" name="Conector recto 12"/>
          <p:cNvCxnSpPr/>
          <p:nvPr userDrawn="1"/>
        </p:nvCxnSpPr>
        <p:spPr bwMode="auto"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525780" name="Conector recto 13"/>
          <p:cNvCxnSpPr/>
          <p:nvPr userDrawn="1"/>
        </p:nvCxnSpPr>
        <p:spPr bwMode="auto"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9278899" name="Título 1"/>
          <p:cNvSpPr>
            <a:spLocks noGrp="1"/>
          </p:cNvSpPr>
          <p:nvPr>
            <p:ph type="title" hasCustomPrompt="1"/>
          </p:nvPr>
        </p:nvSpPr>
        <p:spPr bwMode="auto"/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>
              <a:defRPr/>
            </a:pPr>
            <a:r>
              <a:rPr lang="es-ES"/>
              <a:t>Haga clic para agregar un título</a:t>
            </a:r>
            <a:endParaRPr/>
          </a:p>
        </p:txBody>
      </p:sp>
      <p:sp>
        <p:nvSpPr>
          <p:cNvPr id="1813425621" name="Marcador de contenido 3"/>
          <p:cNvSpPr>
            <a:spLocks noGrp="1"/>
          </p:cNvSpPr>
          <p:nvPr>
            <p:ph sz="half" idx="14" hasCustomPrompt="1"/>
          </p:nvPr>
        </p:nvSpPr>
        <p:spPr bwMode="auto">
          <a:xfrm>
            <a:off x="838200" y="1987669"/>
            <a:ext cx="6974711" cy="429767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lang="es-ES" sz="1800"/>
            </a:lvl1pPr>
            <a:lvl2pPr>
              <a:spcBef>
                <a:spcPts val="1000"/>
              </a:spcBef>
              <a:spcAft>
                <a:spcPts val="500"/>
              </a:spcAft>
              <a:defRPr lang="es-ES" sz="1800"/>
            </a:lvl2pPr>
            <a:lvl3pPr>
              <a:spcBef>
                <a:spcPts val="1000"/>
              </a:spcBef>
              <a:spcAft>
                <a:spcPts val="500"/>
              </a:spcAft>
              <a:defRPr lang="es-ES" sz="1800"/>
            </a:lvl3pPr>
            <a:lvl4pPr>
              <a:spcBef>
                <a:spcPts val="1000"/>
              </a:spcBef>
              <a:spcAft>
                <a:spcPts val="500"/>
              </a:spcAft>
              <a:defRPr lang="es-ES" sz="1800"/>
            </a:lvl4pPr>
            <a:lvl5pPr>
              <a:spcBef>
                <a:spcPts val="1000"/>
              </a:spcBef>
              <a:spcAft>
                <a:spcPts val="500"/>
              </a:spcAft>
              <a:defRPr lang="es-ES" sz="1800"/>
            </a:lvl5pPr>
          </a:lstStyle>
          <a:p>
            <a:pPr lvl="0" rtl="0">
              <a:defRPr/>
            </a:pPr>
            <a:r>
              <a:rPr lang="es-ES"/>
              <a:t>Haga clic para agregar texto</a:t>
            </a:r>
            <a:endParaRPr/>
          </a:p>
          <a:p>
            <a:pPr lvl="1" rtl="0">
              <a:defRPr/>
            </a:pPr>
            <a:r>
              <a:rPr lang="es-ES"/>
              <a:t>Segundo nivel</a:t>
            </a:r>
            <a:endParaRPr/>
          </a:p>
          <a:p>
            <a:pPr lvl="2" rtl="0">
              <a:defRPr/>
            </a:pPr>
            <a:r>
              <a:rPr lang="es-ES"/>
              <a:t>Tercer nivel</a:t>
            </a:r>
            <a:endParaRPr/>
          </a:p>
          <a:p>
            <a:pPr lvl="3" rtl="0">
              <a:defRPr/>
            </a:pPr>
            <a:r>
              <a:rPr lang="es-ES"/>
              <a:t>Cuarto nivel</a:t>
            </a:r>
            <a:endParaRPr/>
          </a:p>
          <a:p>
            <a:pPr lvl="4" rtl="0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1669411143" name="Marcador de contenido 3"/>
          <p:cNvSpPr>
            <a:spLocks noGrp="1"/>
          </p:cNvSpPr>
          <p:nvPr>
            <p:ph sz="half" idx="2" hasCustomPrompt="1"/>
          </p:nvPr>
        </p:nvSpPr>
        <p:spPr bwMode="auto">
          <a:xfrm>
            <a:off x="7917085" y="1987670"/>
            <a:ext cx="3436716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lang="es-ES" sz="1800"/>
            </a:lvl1pPr>
            <a:lvl2pPr>
              <a:spcBef>
                <a:spcPts val="1000"/>
              </a:spcBef>
              <a:spcAft>
                <a:spcPts val="500"/>
              </a:spcAft>
              <a:defRPr lang="es-ES" sz="1600"/>
            </a:lvl2pPr>
            <a:lvl3pPr>
              <a:spcBef>
                <a:spcPts val="1000"/>
              </a:spcBef>
              <a:spcAft>
                <a:spcPts val="500"/>
              </a:spcAft>
              <a:defRPr lang="es-ES" sz="1400"/>
            </a:lvl3pPr>
            <a:lvl4pPr>
              <a:spcBef>
                <a:spcPts val="1000"/>
              </a:spcBef>
              <a:spcAft>
                <a:spcPts val="500"/>
              </a:spcAft>
              <a:defRPr lang="es-ES" sz="1200"/>
            </a:lvl4pPr>
            <a:lvl5pPr>
              <a:spcBef>
                <a:spcPts val="1000"/>
              </a:spcBef>
              <a:spcAft>
                <a:spcPts val="500"/>
              </a:spcAft>
              <a:defRPr lang="es-ES" sz="1200"/>
            </a:lvl5pPr>
          </a:lstStyle>
          <a:p>
            <a:pPr lvl="0" rtl="0">
              <a:defRPr/>
            </a:pPr>
            <a:r>
              <a:rPr lang="es-ES"/>
              <a:t>Haga clic para agregar texto</a:t>
            </a:r>
            <a:endParaRPr/>
          </a:p>
          <a:p>
            <a:pPr lvl="1" rtl="0">
              <a:defRPr/>
            </a:pPr>
            <a:r>
              <a:rPr lang="es-ES"/>
              <a:t>Segundo nivel</a:t>
            </a:r>
            <a:endParaRPr/>
          </a:p>
          <a:p>
            <a:pPr lvl="2" rtl="0">
              <a:defRPr/>
            </a:pPr>
            <a:r>
              <a:rPr lang="es-ES"/>
              <a:t>Tercer nivel</a:t>
            </a:r>
            <a:endParaRPr/>
          </a:p>
          <a:p>
            <a:pPr lvl="3" rtl="0">
              <a:defRPr/>
            </a:pPr>
            <a:r>
              <a:rPr lang="es-ES"/>
              <a:t>Cuarto nivel</a:t>
            </a:r>
            <a:endParaRPr/>
          </a:p>
          <a:p>
            <a:pPr lvl="4" rtl="0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1159786497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D6D8061D-18C3-4F4F-85EF-561633F58754}" type="datetimeFigureOut">
              <a:rPr lang="es-ES"/>
              <a:t>20/10/2025</a:t>
            </a:fld>
            <a:endParaRPr lang="es-ES"/>
          </a:p>
        </p:txBody>
      </p:sp>
      <p:sp>
        <p:nvSpPr>
          <p:cNvPr id="1303988327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1089385707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BD12358-51D2-46B3-9BDE-DF29528B945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abl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923938446" name="Conector recto 2"/>
          <p:cNvCxnSpPr/>
          <p:nvPr userDrawn="1"/>
        </p:nvCxnSpPr>
        <p:spPr bwMode="auto"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1507591" name="Conector recto 6"/>
          <p:cNvCxnSpPr/>
          <p:nvPr userDrawn="1"/>
        </p:nvCxnSpPr>
        <p:spPr bwMode="auto"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214352" name="Conector recto 8"/>
          <p:cNvCxnSpPr/>
          <p:nvPr userDrawn="1"/>
        </p:nvCxnSpPr>
        <p:spPr bwMode="auto"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251538" name="Conector recto 9"/>
          <p:cNvCxnSpPr/>
          <p:nvPr userDrawn="1"/>
        </p:nvCxnSpPr>
        <p:spPr bwMode="auto"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213647" name="Conector recto 10"/>
          <p:cNvCxnSpPr/>
          <p:nvPr userDrawn="1"/>
        </p:nvCxnSpPr>
        <p:spPr bwMode="auto"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178484" name="Conector recto 11"/>
          <p:cNvCxnSpPr/>
          <p:nvPr userDrawn="1"/>
        </p:nvCxnSpPr>
        <p:spPr bwMode="auto"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4552591" name="Conector recto 12"/>
          <p:cNvCxnSpPr/>
          <p:nvPr userDrawn="1"/>
        </p:nvCxnSpPr>
        <p:spPr bwMode="auto"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3904076" name="Título 1"/>
          <p:cNvSpPr>
            <a:spLocks noGrp="1"/>
          </p:cNvSpPr>
          <p:nvPr>
            <p:ph type="title" hasCustomPrompt="1"/>
          </p:nvPr>
        </p:nvSpPr>
        <p:spPr bwMode="auto"/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>
              <a:defRPr/>
            </a:pPr>
            <a:r>
              <a:rPr lang="es-ES"/>
              <a:t>Haga clic para agregar un título</a:t>
            </a:r>
            <a:endParaRPr/>
          </a:p>
        </p:txBody>
      </p:sp>
      <p:sp>
        <p:nvSpPr>
          <p:cNvPr id="1741122671" name="Marcador de posición de tabla 7"/>
          <p:cNvSpPr>
            <a:spLocks noGrp="1"/>
          </p:cNvSpPr>
          <p:nvPr>
            <p:ph type="tbl" sz="quarter" idx="13"/>
          </p:nvPr>
        </p:nvSpPr>
        <p:spPr bwMode="auto">
          <a:xfrm>
            <a:off x="838198" y="2125262"/>
            <a:ext cx="10515600" cy="3675944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>
              <a:defRPr/>
            </a:pPr>
            <a:r>
              <a:rPr lang="es-ES"/>
              <a:t>Haga clic en el icono para agregar una tabla</a:t>
            </a:r>
            <a:endParaRPr/>
          </a:p>
        </p:txBody>
      </p:sp>
      <p:sp>
        <p:nvSpPr>
          <p:cNvPr id="117306435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D6D8061D-18C3-4F4F-85EF-561633F58754}" type="datetimeFigureOut">
              <a:rPr lang="es-ES"/>
              <a:t>20/10/2025</a:t>
            </a:fld>
            <a:endParaRPr lang="es-ES"/>
          </a:p>
        </p:txBody>
      </p:sp>
      <p:sp>
        <p:nvSpPr>
          <p:cNvPr id="312811186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1721232007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fld id="{CBD12358-51D2-46B3-9BDE-DF29528B945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ntenido 3">
    <p:bg>
      <p:bgPr shadeToTitle="0">
        <a:solidFill>
          <a:schemeClr val="accent3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730417951" name="Conector recto 6"/>
          <p:cNvCxnSpPr/>
          <p:nvPr userDrawn="1"/>
        </p:nvCxnSpPr>
        <p:spPr bwMode="auto"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085713" name="Conector recto 7"/>
          <p:cNvCxnSpPr/>
          <p:nvPr userDrawn="1"/>
        </p:nvCxnSpPr>
        <p:spPr bwMode="auto"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0766601" name="Conector recto 8"/>
          <p:cNvCxnSpPr/>
          <p:nvPr userDrawn="1"/>
        </p:nvCxnSpPr>
        <p:spPr bwMode="auto"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504928" name="Conector recto 9"/>
          <p:cNvCxnSpPr/>
          <p:nvPr userDrawn="1"/>
        </p:nvCxnSpPr>
        <p:spPr bwMode="auto"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4374114" name="Marcador de posición de imagen 13"/>
          <p:cNvSpPr>
            <a:spLocks noGrp="1"/>
          </p:cNvSpPr>
          <p:nvPr>
            <p:ph type="pic" sz="quarter" idx="10"/>
          </p:nvPr>
        </p:nvSpPr>
        <p:spPr bwMode="auto"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 fill="norm" stroke="1" extrusionOk="0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 rtlCol="0">
            <a:normAutofit/>
          </a:bodyPr>
          <a:lstStyle>
            <a:lvl1pPr marL="0" indent="0">
              <a:buNone/>
              <a:defRPr lang="es-ES" sz="2000"/>
            </a:lvl1pPr>
          </a:lstStyle>
          <a:p>
            <a:pPr rtl="0">
              <a:defRPr/>
            </a:pPr>
            <a:r>
              <a:rPr lang="es-ES"/>
              <a:t>Haga clic en el icono para agregar una imagen</a:t>
            </a:r>
            <a:endParaRPr/>
          </a:p>
        </p:txBody>
      </p:sp>
      <p:sp>
        <p:nvSpPr>
          <p:cNvPr id="1978460670" name="Título 1"/>
          <p:cNvSpPr>
            <a:spLocks noGrp="1"/>
          </p:cNvSpPr>
          <p:nvPr>
            <p:ph type="title"/>
          </p:nvPr>
        </p:nvSpPr>
        <p:spPr bwMode="auto">
          <a:xfrm>
            <a:off x="6080992" y="731562"/>
            <a:ext cx="4902842" cy="3526778"/>
          </a:xfrm>
          <a:prstGeom prst="rect">
            <a:avLst/>
          </a:prstGeom>
          <a:noFill/>
        </p:spPr>
        <p:txBody>
          <a:bodyPr rtlCol="0" anchor="b">
            <a:noAutofit/>
          </a:bodyPr>
          <a:lstStyle>
            <a:defPPr>
              <a:defRPr lang="es-ES"/>
            </a:defPPr>
          </a:lstStyle>
          <a:p>
            <a:pPr rtl="0">
              <a:defRPr/>
            </a:pPr>
            <a:endParaRPr lang="es-ES"/>
          </a:p>
        </p:txBody>
      </p:sp>
      <p:sp>
        <p:nvSpPr>
          <p:cNvPr id="1052539374" name="Marcador de contenido 2"/>
          <p:cNvSpPr>
            <a:spLocks noGrp="1"/>
          </p:cNvSpPr>
          <p:nvPr>
            <p:ph idx="1" hasCustomPrompt="1"/>
          </p:nvPr>
        </p:nvSpPr>
        <p:spPr bwMode="auto">
          <a:xfrm>
            <a:off x="6080992" y="4373217"/>
            <a:ext cx="4902842" cy="1753221"/>
          </a:xfrm>
        </p:spPr>
        <p:txBody>
          <a:bodyPr rtlCol="0"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lang="es-ES"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lang="es-ES"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lang="es-ES"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lang="es-ES" sz="1200">
                <a:solidFill>
                  <a:schemeClr val="tx1"/>
                </a:solidFill>
              </a:defRPr>
            </a:lvl5pPr>
          </a:lstStyle>
          <a:p>
            <a:pPr lvl="0" rtl="0">
              <a:defRPr/>
            </a:pPr>
            <a:r>
              <a:rPr lang="es-ES"/>
              <a:t>Haga clic para agregar texto</a:t>
            </a:r>
            <a:endParaRPr/>
          </a:p>
          <a:p>
            <a:pPr lvl="1" rtl="0">
              <a:defRPr/>
            </a:pPr>
            <a:r>
              <a:rPr lang="es-ES"/>
              <a:t>Segundo nivel</a:t>
            </a:r>
            <a:endParaRPr/>
          </a:p>
          <a:p>
            <a:pPr lvl="2" rtl="0">
              <a:defRPr/>
            </a:pPr>
            <a:r>
              <a:rPr lang="es-ES"/>
              <a:t>Tercer nivel</a:t>
            </a:r>
            <a:endParaRPr/>
          </a:p>
          <a:p>
            <a:pPr lvl="3" rtl="0">
              <a:defRPr/>
            </a:pPr>
            <a:r>
              <a:rPr lang="es-ES"/>
              <a:t>Cuarto nivel</a:t>
            </a:r>
            <a:endParaRPr/>
          </a:p>
          <a:p>
            <a:pPr lvl="4" rtl="0">
              <a:defRPr/>
            </a:pPr>
            <a:r>
              <a:rPr lang="es-ES"/>
              <a:t>Quinto nivel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0397416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>
              <a:defRPr/>
            </a:pPr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52247249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 rtl="0">
              <a:defRPr/>
            </a:pPr>
            <a:r>
              <a:rPr lang="es-ES"/>
              <a:t>Segundo nivel</a:t>
            </a:r>
            <a:endParaRPr/>
          </a:p>
          <a:p>
            <a:pPr lvl="2" rtl="0">
              <a:defRPr/>
            </a:pPr>
            <a:r>
              <a:rPr lang="es-ES"/>
              <a:t>Tercer nivel</a:t>
            </a:r>
            <a:endParaRPr/>
          </a:p>
          <a:p>
            <a:pPr lvl="3" rtl="0">
              <a:defRPr/>
            </a:pPr>
            <a:r>
              <a:rPr lang="es-ES"/>
              <a:t>Cuarto nivel</a:t>
            </a:r>
            <a:endParaRPr/>
          </a:p>
          <a:p>
            <a:pPr lvl="4" rtl="0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302941000" name="Marcador de fech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>
              <a:defRPr/>
            </a:pPr>
            <a:fld id="{D6D8061D-18C3-4F4F-85EF-561633F58754}" type="datetimeFigureOut">
              <a:rPr lang="es-ES"/>
              <a:t>20/10/2025</a:t>
            </a:fld>
            <a:endParaRPr lang="es-ES"/>
          </a:p>
        </p:txBody>
      </p:sp>
      <p:sp>
        <p:nvSpPr>
          <p:cNvPr id="82608433" name="Marcador de pie de pá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>
              <a:defRPr/>
            </a:pPr>
            <a:endParaRPr lang="es-ES"/>
          </a:p>
        </p:txBody>
      </p:sp>
      <p:sp>
        <p:nvSpPr>
          <p:cNvPr id="98194018" name="Marcador de número de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>
              <a:defRPr/>
            </a:pPr>
            <a:fld id="{CBD12358-51D2-46B3-9BDE-DF29528B9454}" type="slidenum">
              <a:rPr lang="es-ES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lvl1pPr algn="l" defTabSz="914400" rtl="0">
        <a:lnSpc>
          <a:spcPct val="90000"/>
        </a:lnSpc>
        <a:spcBef>
          <a:spcPts val="0"/>
        </a:spcBef>
        <a:buNone/>
        <a:defRPr lang="es-ES" sz="4000" i="1" cap="all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lang="es-ES"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lang="es-ES"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lang="es-ES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lang="es-ES"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lang="es-ES"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lang="es-ES"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lang="es-ES"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lang="es-ES"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lang="es-ES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>
        <a:defRPr lang="es-ES"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lang="es-ES"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lang="es-ES"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lang="es-ES"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lang="es-ES"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lang="es-ES"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lang="es-ES"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lang="es-ES"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lang="es-ES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620922" name="Título 8"/>
          <p:cNvSpPr>
            <a:spLocks noGrp="1"/>
          </p:cNvSpPr>
          <p:nvPr>
            <p:ph type="ctrTitle"/>
          </p:nvPr>
        </p:nvSpPr>
        <p:spPr bwMode="auto">
          <a:xfrm>
            <a:off x="0" y="1099595"/>
            <a:ext cx="6366076" cy="3599727"/>
          </a:xfrm>
        </p:spPr>
        <p:txBody>
          <a:bodyPr rtlCol="0"/>
          <a:lstStyle>
            <a:defPPr>
              <a:defRPr lang="es-ES"/>
            </a:defPPr>
          </a:lstStyle>
          <a:p>
            <a:pPr algn="ctr">
              <a:lnSpc>
                <a:spcPct val="100000"/>
              </a:lnSpc>
              <a:defRPr/>
            </a:pPr>
            <a:r>
              <a:rPr lang="sv-SE" sz="4000"/>
              <a:t>Proyecto </a:t>
            </a:r>
            <a:r>
              <a:rPr lang="sv-SE" sz="4000"/>
              <a:t>Java Backend - Arka</a:t>
            </a:r>
            <a:br>
              <a:rPr lang="es-ES" sz="4000"/>
            </a:br>
            <a:endParaRPr lang="es-ES" sz="4000"/>
          </a:p>
        </p:txBody>
      </p:sp>
      <p:pic>
        <p:nvPicPr>
          <p:cNvPr id="153939208" name="Marcador de posición de imagen 5"/>
          <p:cNvPicPr>
            <a:picLocks noChangeAspect="1" noGrp="1"/>
          </p:cNvPicPr>
          <p:nvPr>
            <p:ph type="pic" sz="quarter" idx="10"/>
          </p:nvPr>
        </p:nvPicPr>
        <p:blipFill rotWithShape="1">
          <a:blip r:embed="rId3"/>
          <a:srcRect l="14218" t="0" r="14218" b="0"/>
          <a:stretch/>
        </p:blipFill>
        <p:spPr bwMode="auto"/>
      </p:pic>
      <p:pic>
        <p:nvPicPr>
          <p:cNvPr id="998133366" name="Imagen 7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18210" y="6148545"/>
            <a:ext cx="1569856" cy="533446"/>
          </a:xfrm>
          <a:prstGeom prst="rect">
            <a:avLst/>
          </a:prstGeom>
        </p:spPr>
      </p:pic>
      <p:pic>
        <p:nvPicPr>
          <p:cNvPr id="991098206" name="Imagen 9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985546" y="6148545"/>
            <a:ext cx="1753904" cy="533446"/>
          </a:xfrm>
          <a:prstGeom prst="rect">
            <a:avLst/>
          </a:prstGeom>
        </p:spPr>
      </p:pic>
      <p:pic>
        <p:nvPicPr>
          <p:cNvPr id="115817876" name="Imagen 10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936929" y="6148545"/>
            <a:ext cx="1225380" cy="5317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217332" name="Título 1"/>
          <p:cNvSpPr>
            <a:spLocks noGrp="1"/>
          </p:cNvSpPr>
          <p:nvPr>
            <p:ph type="title"/>
          </p:nvPr>
        </p:nvSpPr>
        <p:spPr bwMode="auto">
          <a:xfrm>
            <a:off x="393539" y="509286"/>
            <a:ext cx="3645061" cy="5617193"/>
          </a:xfrm>
          <a:prstGeom prst="rect">
            <a:avLst/>
          </a:prstGeom>
          <a:noFill/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>
              <a:defRPr/>
            </a:pPr>
            <a:r>
              <a:rPr lang="es-ES" sz="4400"/>
              <a:t>PROGRAMA</a:t>
            </a:r>
            <a:endParaRPr lang="es-ES"/>
          </a:p>
        </p:txBody>
      </p:sp>
      <p:sp>
        <p:nvSpPr>
          <p:cNvPr id="1963213026" name="Marcador de contenido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noFill/>
        </p:spPr>
        <p:txBody>
          <a:bodyPr rtlCol="0" anchor="ctr">
            <a:normAutofit/>
          </a:bodyPr>
          <a:lstStyle>
            <a:defPPr>
              <a:defRPr lang="es-ES"/>
            </a:defPPr>
          </a:lstStyle>
          <a:p>
            <a:pPr rtl="0">
              <a:defRPr/>
            </a:pPr>
            <a:r>
              <a:rPr lang="es-ES" b="1"/>
              <a:t>Presentación</a:t>
            </a:r>
            <a:endParaRPr lang="es-ES" b="1"/>
          </a:p>
          <a:p>
            <a:pPr rtl="0">
              <a:defRPr/>
            </a:pPr>
            <a:r>
              <a:rPr lang="es-MX" b="1"/>
              <a:t>Definicion del proyecto</a:t>
            </a:r>
            <a:endParaRPr lang="es-ES" b="1"/>
          </a:p>
          <a:p>
            <a:pPr rtl="0">
              <a:defRPr/>
            </a:pPr>
            <a:r>
              <a:rPr lang="es-ES" b="1"/>
              <a:t>Arquitectura</a:t>
            </a:r>
            <a:endParaRPr lang="es-ES" b="1"/>
          </a:p>
          <a:p>
            <a:pPr rtl="0">
              <a:defRPr/>
            </a:pPr>
            <a:r>
              <a:rPr lang="es-MX" b="1"/>
              <a:t>Demostracion</a:t>
            </a:r>
            <a:endParaRPr lang="es-ES" b="1"/>
          </a:p>
          <a:p>
            <a:pPr rtl="0">
              <a:defRPr/>
            </a:pPr>
            <a:r>
              <a:rPr lang="es-ES" b="1"/>
              <a:t>Conclusión </a:t>
            </a:r>
            <a:endParaRPr lang="es-ES" b="1"/>
          </a:p>
        </p:txBody>
      </p:sp>
      <p:pic>
        <p:nvPicPr>
          <p:cNvPr id="441586210" name="Marcador de posición de imagen 6"/>
          <p:cNvPicPr>
            <a:picLocks noChangeAspect="1" noGrp="1"/>
          </p:cNvPicPr>
          <p:nvPr>
            <p:ph type="pic" sz="quarter" idx="13"/>
          </p:nvPr>
        </p:nvPicPr>
        <p:blipFill rotWithShape="1">
          <a:blip r:embed="rId3"/>
          <a:srcRect l="15707" t="0" r="15706" b="0"/>
          <a:stretch/>
        </p:blipFill>
        <p:spPr bwMode="auto"/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33152" name="Título 1"/>
          <p:cNvSpPr>
            <a:spLocks noGrp="1"/>
          </p:cNvSpPr>
          <p:nvPr>
            <p:ph type="ctrTitle"/>
          </p:nvPr>
        </p:nvSpPr>
        <p:spPr bwMode="auto">
          <a:xfrm>
            <a:off x="1215072" y="528320"/>
            <a:ext cx="5028566" cy="3354992"/>
          </a:xfrm>
          <a:prstGeom prst="rect">
            <a:avLst/>
          </a:prstGeom>
          <a:noFill/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>
              <a:defRPr/>
            </a:pPr>
            <a:r>
              <a:rPr lang="es-ES"/>
              <a:t>Presentan</a:t>
            </a:r>
            <a:endParaRPr lang="es-ES"/>
          </a:p>
        </p:txBody>
      </p:sp>
      <p:sp>
        <p:nvSpPr>
          <p:cNvPr id="547544668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215072" y="4027992"/>
            <a:ext cx="5028565" cy="1894972"/>
          </a:xfrm>
          <a:prstGeom prst="rect">
            <a:avLst/>
          </a:prstGeom>
          <a:noFill/>
        </p:spPr>
        <p:txBody>
          <a:bodyPr rtlCol="0" anchor="t"/>
          <a:lstStyle>
            <a:defPPr>
              <a:defRPr lang="es-ES"/>
            </a:defPPr>
          </a:lstStyle>
          <a:p>
            <a:pPr marL="285750" indent="-285750" rtl="0">
              <a:buFontTx/>
              <a:buChar char="-"/>
              <a:defRPr/>
            </a:pPr>
            <a:r>
              <a:rPr lang="es-ES"/>
              <a:t>Raúl</a:t>
            </a:r>
            <a:r>
              <a:rPr lang="es-MX"/>
              <a:t> Antonio mayorga marroquin</a:t>
            </a:r>
            <a:endParaRPr lang="es-ES"/>
          </a:p>
          <a:p>
            <a:pPr marL="285750" indent="-285750" rtl="0">
              <a:buFontTx/>
              <a:buChar char="-"/>
              <a:defRPr/>
            </a:pPr>
            <a:r>
              <a:rPr lang="es-ES" sz="1800" b="1" i="0" u="none" strike="noStrike" cap="all" spc="0">
                <a:solidFill>
                  <a:schemeClr val="accent2"/>
                </a:solidFill>
                <a:latin typeface="Univers Light"/>
                <a:ea typeface="Univers Light"/>
                <a:cs typeface="Univers Light"/>
              </a:rPr>
              <a:t>David Josue Lopez Portillo</a:t>
            </a:r>
            <a:endParaRPr/>
          </a:p>
          <a:p>
            <a:pPr marL="285750" indent="-285750">
              <a:buFontTx/>
              <a:buChar char="-"/>
              <a:defRPr/>
            </a:pPr>
            <a:r>
              <a:rPr lang="es-ES"/>
              <a:t>Cesar Wilfredo Sanchez</a:t>
            </a:r>
            <a:endParaRPr/>
          </a:p>
          <a:p>
            <a:pPr rtl="0">
              <a:defRPr/>
            </a:pPr>
            <a:endParaRPr lang="es-ES"/>
          </a:p>
        </p:txBody>
      </p:sp>
      <p:pic>
        <p:nvPicPr>
          <p:cNvPr id="568920945" name="Marcador de posición de imagen 4"/>
          <p:cNvPicPr>
            <a:picLocks noChangeAspect="1" noGrp="1"/>
          </p:cNvPicPr>
          <p:nvPr>
            <p:ph type="pic" sz="quarter" idx="13"/>
          </p:nvPr>
        </p:nvPicPr>
        <p:blipFill rotWithShape="1">
          <a:blip r:embed="rId3"/>
          <a:srcRect l="23140" t="0" r="23140" b="0"/>
          <a:stretch/>
        </p:blipFill>
        <p:spPr bwMode="auto"/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036381" name="Título 1"/>
          <p:cNvSpPr>
            <a:spLocks noGrp="1"/>
          </p:cNvSpPr>
          <p:nvPr>
            <p:ph type="ctrTitle"/>
          </p:nvPr>
        </p:nvSpPr>
        <p:spPr bwMode="auto">
          <a:xfrm>
            <a:off x="1325880" y="685800"/>
            <a:ext cx="9540240" cy="3136738"/>
          </a:xfrm>
          <a:prstGeom prst="rect">
            <a:avLst/>
          </a:prstGeom>
          <a:noFill/>
        </p:spPr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r>
              <a:rPr lang="es-ES"/>
              <a:t>Definición del proyecto</a:t>
            </a:r>
            <a:endParaRPr lang="es-ES"/>
          </a:p>
        </p:txBody>
      </p:sp>
      <p:sp>
        <p:nvSpPr>
          <p:cNvPr id="29726630" name="Subtítulo 2"/>
          <p:cNvSpPr>
            <a:spLocks noGrp="1"/>
          </p:cNvSpPr>
          <p:nvPr>
            <p:ph type="subTitle" idx="1"/>
          </p:nvPr>
        </p:nvSpPr>
        <p:spPr bwMode="auto">
          <a:prstGeom prst="rect">
            <a:avLst/>
          </a:prstGeom>
          <a:noFill/>
        </p:spPr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r>
              <a:rPr lang="es-ES"/>
              <a:t>En esta primera parte se presenta un resumen del análisis que se ha realizado para poder dar solución al proyecto </a:t>
            </a:r>
            <a:r>
              <a:rPr lang="es-ES"/>
              <a:t>arka</a:t>
            </a:r>
            <a:r>
              <a:rPr lang="es-ES"/>
              <a:t>.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380372" name="Título 1"/>
          <p:cNvSpPr>
            <a:spLocks noGrp="1"/>
          </p:cNvSpPr>
          <p:nvPr>
            <p:ph type="title"/>
          </p:nvPr>
        </p:nvSpPr>
        <p:spPr bwMode="auto">
          <a:xfrm>
            <a:off x="143720" y="145206"/>
            <a:ext cx="11917100" cy="514551"/>
          </a:xfrm>
          <a:prstGeom prst="rect">
            <a:avLst/>
          </a:prstGeom>
          <a:noFill/>
        </p:spPr>
        <p:txBody>
          <a:bodyPr rtlCol="0"/>
          <a:lstStyle>
            <a:defPPr>
              <a:defRPr lang="es-ES"/>
            </a:defPPr>
          </a:lstStyle>
          <a:p>
            <a:pPr algn="ctr" rtl="0">
              <a:defRPr/>
            </a:pPr>
            <a:r>
              <a:rPr lang="es-ES" sz="2800" b="1"/>
              <a:t>Definición del proyecto</a:t>
            </a:r>
            <a:endParaRPr lang="es-ES" sz="2800" b="1"/>
          </a:p>
        </p:txBody>
      </p:sp>
      <p:sp>
        <p:nvSpPr>
          <p:cNvPr id="1624198643" name="Marcador de contenido 3"/>
          <p:cNvSpPr>
            <a:spLocks noGrp="1"/>
          </p:cNvSpPr>
          <p:nvPr>
            <p:ph sz="half" idx="14"/>
          </p:nvPr>
        </p:nvSpPr>
        <p:spPr bwMode="auto">
          <a:xfrm flipH="0" flipV="0">
            <a:off x="979560" y="859801"/>
            <a:ext cx="9782432" cy="439181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defPPr>
              <a:defRPr lang="es-ES"/>
            </a:defPPr>
          </a:lstStyle>
          <a:p>
            <a:pPr algn="just">
              <a:defRPr/>
            </a:pPr>
            <a:r>
              <a:rPr lang="es-ES" sz="2200">
                <a:latin typeface="Arial"/>
                <a:ea typeface="Arial"/>
                <a:cs typeface="Arial"/>
              </a:rPr>
              <a:t>Arka es una empresa colombiana distribuidora de accesorios para PC. </a:t>
            </a:r>
            <a:endParaRPr lang="es-ES" sz="2200">
              <a:latin typeface="Arial"/>
              <a:ea typeface="Arial"/>
              <a:cs typeface="Arial"/>
            </a:endParaRPr>
          </a:p>
          <a:p>
            <a:pPr algn="just">
              <a:defRPr/>
            </a:pPr>
            <a:endParaRPr lang="es-ES" sz="2200">
              <a:latin typeface="Arial"/>
              <a:ea typeface="Arial"/>
              <a:cs typeface="Arial"/>
            </a:endParaRPr>
          </a:p>
          <a:p>
            <a:pPr algn="just">
              <a:defRPr/>
            </a:pPr>
            <a:r>
              <a:rPr lang="es-ES" sz="2200">
                <a:latin typeface="Arial"/>
                <a:ea typeface="Arial"/>
                <a:cs typeface="Arial"/>
              </a:rPr>
              <a:t>Sus clientes so</a:t>
            </a:r>
            <a:r>
              <a:rPr lang="es-MX" sz="2200">
                <a:latin typeface="Arial"/>
                <a:ea typeface="Arial"/>
                <a:cs typeface="Arial"/>
              </a:rPr>
              <a:t>n de las</a:t>
            </a:r>
            <a:r>
              <a:rPr lang="es-ES" sz="2200">
                <a:latin typeface="Arial"/>
                <a:ea typeface="Arial"/>
                <a:cs typeface="Arial"/>
              </a:rPr>
              <a:t> principales </a:t>
            </a:r>
            <a:r>
              <a:rPr lang="es-ES" sz="2200">
                <a:latin typeface="Arial"/>
                <a:ea typeface="Arial"/>
                <a:cs typeface="Arial"/>
              </a:rPr>
              <a:t>ciudades de Colombia, que</a:t>
            </a:r>
            <a:r>
              <a:rPr lang="es-MX" sz="2200">
                <a:latin typeface="Arial"/>
                <a:ea typeface="Arial"/>
                <a:cs typeface="Arial"/>
              </a:rPr>
              <a:t> </a:t>
            </a:r>
            <a:r>
              <a:rPr lang="es-MX" sz="2200">
                <a:latin typeface="Arial"/>
                <a:ea typeface="Arial"/>
                <a:cs typeface="Arial"/>
              </a:rPr>
              <a:t>hacen pedidos</a:t>
            </a:r>
            <a:r>
              <a:rPr lang="es-ES" sz="2200">
                <a:latin typeface="Arial"/>
                <a:ea typeface="Arial"/>
                <a:cs typeface="Arial"/>
              </a:rPr>
              <a:t> frecuentemente </a:t>
            </a:r>
            <a:r>
              <a:rPr lang="es-MX" sz="2200">
                <a:latin typeface="Arial"/>
                <a:ea typeface="Arial"/>
                <a:cs typeface="Arial"/>
              </a:rPr>
              <a:t>de </a:t>
            </a:r>
            <a:r>
              <a:rPr lang="es-ES" sz="2200">
                <a:latin typeface="Arial"/>
                <a:ea typeface="Arial"/>
                <a:cs typeface="Arial"/>
              </a:rPr>
              <a:t>productos </a:t>
            </a:r>
            <a:r>
              <a:rPr lang="es-ES" sz="2200">
                <a:latin typeface="Arial"/>
                <a:ea typeface="Arial"/>
                <a:cs typeface="Arial"/>
              </a:rPr>
              <a:t>en grandes cantidades. </a:t>
            </a:r>
            <a:endParaRPr lang="es-ES" sz="2200">
              <a:latin typeface="Arial"/>
              <a:ea typeface="Arial"/>
              <a:cs typeface="Arial"/>
            </a:endParaRPr>
          </a:p>
          <a:p>
            <a:pPr algn="just">
              <a:defRPr/>
            </a:pPr>
            <a:endParaRPr sz="2200">
              <a:latin typeface="Arial"/>
              <a:cs typeface="Arial"/>
            </a:endParaRPr>
          </a:p>
          <a:p>
            <a:pPr algn="just">
              <a:defRPr/>
            </a:pPr>
            <a:r>
              <a:rPr lang="es-ES" sz="2200">
                <a:latin typeface="Arial"/>
                <a:ea typeface="Arial"/>
                <a:cs typeface="Arial"/>
              </a:rPr>
              <a:t>Además, Arka</a:t>
            </a:r>
            <a:r>
              <a:rPr lang="es-MX" sz="2200">
                <a:latin typeface="Arial"/>
                <a:ea typeface="Arial"/>
                <a:cs typeface="Arial"/>
              </a:rPr>
              <a:t> ha</a:t>
            </a:r>
            <a:r>
              <a:rPr lang="es-ES" sz="2200">
                <a:latin typeface="Arial"/>
                <a:ea typeface="Arial"/>
                <a:cs typeface="Arial"/>
              </a:rPr>
              <a:t> comenz</a:t>
            </a:r>
            <a:r>
              <a:rPr lang="es-MX" sz="2200">
                <a:latin typeface="Arial"/>
                <a:ea typeface="Arial"/>
                <a:cs typeface="Arial"/>
              </a:rPr>
              <a:t>ado</a:t>
            </a:r>
            <a:r>
              <a:rPr lang="es-ES" sz="2200">
                <a:latin typeface="Arial"/>
                <a:ea typeface="Arial"/>
                <a:cs typeface="Arial"/>
              </a:rPr>
              <a:t> </a:t>
            </a:r>
            <a:r>
              <a:rPr lang="es-MX" sz="2200">
                <a:latin typeface="Arial"/>
                <a:ea typeface="Arial"/>
                <a:cs typeface="Arial"/>
              </a:rPr>
              <a:t>un </a:t>
            </a:r>
            <a:r>
              <a:rPr lang="es-ES" sz="2200">
                <a:latin typeface="Arial"/>
                <a:ea typeface="Arial"/>
                <a:cs typeface="Arial"/>
              </a:rPr>
              <a:t>plan de expansión por </a:t>
            </a:r>
            <a:r>
              <a:rPr lang="es-ES" sz="2200">
                <a:latin typeface="Arial"/>
                <a:ea typeface="Arial"/>
                <a:cs typeface="Arial"/>
              </a:rPr>
              <a:t>diferentes </a:t>
            </a:r>
            <a:r>
              <a:rPr lang="es-ES" sz="2200">
                <a:latin typeface="Arial"/>
                <a:ea typeface="Arial"/>
                <a:cs typeface="Arial"/>
              </a:rPr>
              <a:t>países de Latinoamérica: Ecuador, Perú y Chile.  </a:t>
            </a:r>
            <a:endParaRPr lang="es-ES" sz="220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341989" name="Título 1"/>
          <p:cNvSpPr>
            <a:spLocks noGrp="1"/>
          </p:cNvSpPr>
          <p:nvPr>
            <p:ph type="title"/>
          </p:nvPr>
        </p:nvSpPr>
        <p:spPr bwMode="auto">
          <a:xfrm>
            <a:off x="143719" y="145206"/>
            <a:ext cx="11917099" cy="514550"/>
          </a:xfrm>
          <a:prstGeom prst="rect">
            <a:avLst/>
          </a:prstGeom>
          <a:noFill/>
        </p:spPr>
        <p:txBody>
          <a:bodyPr rtlCol="0"/>
          <a:lstStyle>
            <a:defPPr>
              <a:defRPr lang="es-ES"/>
            </a:defPPr>
          </a:lstStyle>
          <a:p>
            <a:pPr algn="ctr" rtl="0">
              <a:defRPr/>
            </a:pPr>
            <a:r>
              <a:rPr lang="es-ES" sz="2800" b="1"/>
              <a:t>Definición del proyecto</a:t>
            </a:r>
            <a:endParaRPr lang="es-ES" sz="2800" b="1"/>
          </a:p>
        </p:txBody>
      </p:sp>
      <p:sp>
        <p:nvSpPr>
          <p:cNvPr id="489989710" name="Marcador de contenido 3"/>
          <p:cNvSpPr>
            <a:spLocks noGrp="1"/>
          </p:cNvSpPr>
          <p:nvPr>
            <p:ph sz="half" idx="14"/>
          </p:nvPr>
        </p:nvSpPr>
        <p:spPr bwMode="auto">
          <a:xfrm flipH="0" flipV="0">
            <a:off x="979560" y="859801"/>
            <a:ext cx="9782432" cy="439181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defPPr>
              <a:defRPr lang="es-ES"/>
            </a:defPPr>
          </a:lstStyle>
          <a:p>
            <a:pPr algn="just">
              <a:defRPr/>
            </a:pPr>
            <a:r>
              <a:rPr lang="es-MX" sz="2200">
                <a:latin typeface="Arial"/>
                <a:ea typeface="Arial"/>
                <a:cs typeface="Arial"/>
              </a:rPr>
              <a:t>Historias de usuario</a:t>
            </a:r>
            <a:endParaRPr lang="es-MX" sz="2200">
              <a:latin typeface="Arial"/>
              <a:ea typeface="Arial"/>
              <a:cs typeface="Arial"/>
            </a:endParaRPr>
          </a:p>
          <a:p>
            <a:pPr algn="just">
              <a:defRPr/>
            </a:pPr>
            <a:r>
              <a:rPr lang="es-ES" sz="2200">
                <a:latin typeface="Arial"/>
                <a:ea typeface="Arial"/>
                <a:cs typeface="Arial"/>
              </a:rPr>
              <a:t> </a:t>
            </a:r>
            <a:endParaRPr lang="es-ES" sz="2200">
              <a:latin typeface="Arial"/>
              <a:ea typeface="Arial"/>
              <a:cs typeface="Arial"/>
            </a:endParaRPr>
          </a:p>
        </p:txBody>
      </p:sp>
      <p:pic>
        <p:nvPicPr>
          <p:cNvPr id="156905806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38648" y="1404937"/>
            <a:ext cx="8582024" cy="40481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509336" name="Título 1"/>
          <p:cNvSpPr>
            <a:spLocks noGrp="1"/>
          </p:cNvSpPr>
          <p:nvPr>
            <p:ph type="title"/>
          </p:nvPr>
        </p:nvSpPr>
        <p:spPr bwMode="auto">
          <a:xfrm>
            <a:off x="143720" y="145206"/>
            <a:ext cx="11917100" cy="514551"/>
          </a:xfrm>
          <a:prstGeom prst="rect">
            <a:avLst/>
          </a:prstGeom>
          <a:noFill/>
        </p:spPr>
        <p:txBody>
          <a:bodyPr rtlCol="0"/>
          <a:lstStyle>
            <a:defPPr>
              <a:defRPr lang="es-ES"/>
            </a:defPPr>
          </a:lstStyle>
          <a:p>
            <a:pPr algn="ctr" rtl="0">
              <a:defRPr/>
            </a:pPr>
            <a:r>
              <a:rPr lang="es-ES" sz="2800" b="1"/>
              <a:t>Definición del proyecto</a:t>
            </a:r>
            <a:endParaRPr lang="es-ES" sz="2800" b="1"/>
          </a:p>
        </p:txBody>
      </p:sp>
      <p:sp>
        <p:nvSpPr>
          <p:cNvPr id="401698537" name="Marcador de contenido 3"/>
          <p:cNvSpPr>
            <a:spLocks noGrp="1"/>
          </p:cNvSpPr>
          <p:nvPr>
            <p:ph sz="half" idx="14"/>
          </p:nvPr>
        </p:nvSpPr>
        <p:spPr bwMode="auto">
          <a:xfrm>
            <a:off x="544994" y="859802"/>
            <a:ext cx="11435788" cy="5479307"/>
          </a:xfrm>
          <a:prstGeom prst="rect">
            <a:avLst/>
          </a:prstGeom>
          <a:solidFill>
            <a:schemeClr val="bg1"/>
          </a:solidFill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algn="just">
              <a:defRPr/>
            </a:pPr>
            <a:r>
              <a:rPr lang="es-ES"/>
              <a:t>En resumen. </a:t>
            </a:r>
            <a:endParaRPr/>
          </a:p>
          <a:p>
            <a:pPr algn="ctr">
              <a:defRPr/>
            </a:pPr>
            <a:r>
              <a:rPr lang="es-ES" b="1"/>
              <a:t>Arka </a:t>
            </a:r>
            <a:r>
              <a:rPr lang="es-ES" b="1"/>
              <a:t>ha decidido enfocar su inversión en transformación digital para fortalecer sus operaciones de: 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/>
              <a:t>Gestión de inventario y abastecimiento de mercancía con proveedores. 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/>
              <a:t>Procesos de venta. 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/>
              <a:t>Mejora en los flujos asociados a las órdenes de compra. 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/>
              <a:t>Reportes semanales de venta. 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/>
              <a:t>Reporte de productos por abastecer. 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/>
              <a:t>Disminuir la cantidad de carritos abandonados. 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/>
              <a:t>Actualización del stock de productos.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695332" name="Título 1"/>
          <p:cNvSpPr>
            <a:spLocks noGrp="1"/>
          </p:cNvSpPr>
          <p:nvPr>
            <p:ph type="title"/>
          </p:nvPr>
        </p:nvSpPr>
        <p:spPr bwMode="auto">
          <a:xfrm>
            <a:off x="143719" y="145206"/>
            <a:ext cx="11917099" cy="341176"/>
          </a:xfrm>
          <a:prstGeom prst="rect">
            <a:avLst/>
          </a:prstGeom>
          <a:noFill/>
        </p:spPr>
        <p:txBody>
          <a:bodyPr rtlCol="0"/>
          <a:lstStyle>
            <a:defPPr>
              <a:defRPr lang="es-ES"/>
            </a:defPPr>
          </a:lstStyle>
          <a:p>
            <a:pPr algn="ctr" rtl="0">
              <a:defRPr/>
            </a:pPr>
            <a:r>
              <a:rPr lang="es-ES" sz="2400" b="1"/>
              <a:t>Dominio principal</a:t>
            </a:r>
            <a:endParaRPr lang="es-ES" sz="2400" b="1"/>
          </a:p>
        </p:txBody>
      </p:sp>
      <p:sp>
        <p:nvSpPr>
          <p:cNvPr id="1722689270" name="Marcador de contenido 3"/>
          <p:cNvSpPr>
            <a:spLocks noGrp="1"/>
          </p:cNvSpPr>
          <p:nvPr>
            <p:ph sz="half" idx="14"/>
          </p:nvPr>
        </p:nvSpPr>
        <p:spPr bwMode="auto">
          <a:xfrm>
            <a:off x="486628" y="729573"/>
            <a:ext cx="11435787" cy="5405253"/>
          </a:xfrm>
          <a:prstGeom prst="rect">
            <a:avLst/>
          </a:prstGeom>
          <a:solidFill>
            <a:schemeClr val="bg1"/>
          </a:solidFill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algn="just">
              <a:defRPr/>
            </a:pPr>
            <a:r>
              <a:rPr lang="es-ES" sz="1800" b="1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Dominio Principal </a:t>
            </a:r>
            <a:endParaRPr lang="es-ES" sz="1800" b="0" i="0" u="none" strike="noStrike" cap="none" spc="0">
              <a:solidFill>
                <a:schemeClr val="tx1"/>
              </a:solidFill>
              <a:latin typeface="Univers Light"/>
              <a:ea typeface="Univers Light"/>
              <a:cs typeface="Univers Light"/>
            </a:endParaRPr>
          </a:p>
          <a:p>
            <a:pPr algn="just"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Gestión de Inventario y Órdenes (e-commerce B2C/B2B ligero). Motivación: permitir registrar productos, gestionar stock, crear y modificar órdenes, generar reportes y manejar carritos/notifications </a:t>
            </a:r>
            <a:endParaRPr lang="es-ES" sz="1800" b="0" i="0" u="none" strike="noStrike" cap="none" spc="0">
              <a:solidFill>
                <a:schemeClr val="tx1"/>
              </a:solidFill>
              <a:latin typeface="Univers Light"/>
              <a:ea typeface="Univers Light"/>
              <a:cs typeface="Univers Light"/>
            </a:endParaRPr>
          </a:p>
          <a:p>
            <a:pPr algn="just">
              <a:defRPr/>
            </a:pPr>
            <a:endParaRPr/>
          </a:p>
          <a:p>
            <a:pPr algn="just">
              <a:defRPr/>
            </a:pPr>
            <a:r>
              <a:rPr lang="es-ES" b="1"/>
              <a:t>Eventos </a:t>
            </a:r>
            <a:r>
              <a:rPr lang="es-ES" b="1"/>
              <a:t>de dominio (</a:t>
            </a:r>
            <a:r>
              <a:rPr lang="es-ES" b="1"/>
              <a:t>Domain</a:t>
            </a:r>
            <a:r>
              <a:rPr lang="es-ES" b="1"/>
              <a:t> </a:t>
            </a:r>
            <a:r>
              <a:rPr lang="es-ES" b="1"/>
              <a:t>Events</a:t>
            </a:r>
            <a:r>
              <a:rPr lang="es-ES" b="1"/>
              <a:t>)</a:t>
            </a:r>
            <a:endParaRPr/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es-ES"/>
              <a:t>ProductoRegistrado</a:t>
            </a:r>
            <a:endParaRPr lang="es-ES"/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es-ES"/>
              <a:t>StockActualizado</a:t>
            </a:r>
            <a:endParaRPr lang="es-ES"/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es-ES"/>
              <a:t>StockBajoDetectado</a:t>
            </a:r>
            <a:endParaRPr lang="es-ES"/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es-ES"/>
              <a:t>OrdenCreada</a:t>
            </a:r>
            <a:endParaRPr lang="es-ES"/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es-ES"/>
              <a:t>OrdenModificada</a:t>
            </a:r>
            <a:endParaRPr lang="es-ES"/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es-ES"/>
              <a:t>EstadoPedidoCambiado</a:t>
            </a:r>
            <a:r>
              <a:rPr lang="es-ES"/>
              <a:t> </a:t>
            </a:r>
            <a:r>
              <a:rPr lang="es-ES"/>
              <a:t>(pendiente → confirmado → </a:t>
            </a:r>
            <a:r>
              <a:rPr lang="es-ES"/>
              <a:t>en_despacho</a:t>
            </a:r>
            <a:r>
              <a:rPr lang="es-ES"/>
              <a:t> → entregado)</a:t>
            </a:r>
            <a:endParaRPr/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es-ES"/>
              <a:t>CarritoAbandonado</a:t>
            </a:r>
            <a:endParaRPr lang="es-ES"/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es-ES"/>
              <a:t>ReporteSemanalGenerado</a:t>
            </a:r>
            <a:endParaRPr lang="es-ES"/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es-ES"/>
              <a:t>NotificacionEnviada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40912" name="Título 1"/>
          <p:cNvSpPr>
            <a:spLocks noGrp="1"/>
          </p:cNvSpPr>
          <p:nvPr>
            <p:ph type="title"/>
          </p:nvPr>
        </p:nvSpPr>
        <p:spPr bwMode="auto">
          <a:xfrm>
            <a:off x="143720" y="209754"/>
            <a:ext cx="11917100" cy="341177"/>
          </a:xfrm>
          <a:prstGeom prst="rect">
            <a:avLst/>
          </a:prstGeom>
          <a:noFill/>
        </p:spPr>
        <p:txBody>
          <a:bodyPr rtlCol="0"/>
          <a:lstStyle>
            <a:defPPr>
              <a:defRPr lang="es-ES"/>
            </a:defPPr>
          </a:lstStyle>
          <a:p>
            <a:pPr algn="ctr" rtl="0">
              <a:defRPr/>
            </a:pPr>
            <a:r>
              <a:rPr lang="es-ES" sz="2400" b="1"/>
              <a:t>Modelo de dominio</a:t>
            </a:r>
            <a:endParaRPr lang="es-ES" sz="2400" b="1"/>
          </a:p>
        </p:txBody>
      </p:sp>
      <p:sp>
        <p:nvSpPr>
          <p:cNvPr id="575033713" name="Marcador de contenido 3"/>
          <p:cNvSpPr>
            <a:spLocks noGrp="1"/>
          </p:cNvSpPr>
          <p:nvPr>
            <p:ph sz="half" idx="14"/>
          </p:nvPr>
        </p:nvSpPr>
        <p:spPr bwMode="auto">
          <a:xfrm>
            <a:off x="486629" y="729574"/>
            <a:ext cx="11435788" cy="5405254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defPPr>
              <a:defRPr lang="es-ES"/>
            </a:defPPr>
          </a:lstStyle>
          <a:p>
            <a:pPr algn="just">
              <a:defRPr/>
            </a:pPr>
            <a:r>
              <a:rPr lang="es-ES"/>
              <a:t>Se determino que para solventar la necesidad de ARKA se debe basar en las siguientes entidades dentro del modelo de dominio:</a:t>
            </a:r>
            <a:endParaRPr/>
          </a:p>
          <a:p>
            <a:pPr algn="just">
              <a:defRPr/>
            </a:pPr>
            <a:r>
              <a:rPr lang="es-ES"/>
              <a:t>Entidades </a:t>
            </a:r>
            <a:r>
              <a:rPr lang="es-ES"/>
              <a:t>principales y atributos: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 lang="es-ES" sz="1800" b="1" i="1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Producto</a:t>
            </a:r>
            <a:endParaRPr lang="es-ES" sz="1800" b="0" i="0" u="none" strike="noStrike" cap="none" spc="0">
              <a:solidFill>
                <a:schemeClr val="tx1"/>
              </a:solidFill>
              <a:latin typeface="Univers Light"/>
              <a:cs typeface="Univers Light"/>
            </a:endParaRPr>
          </a:p>
          <a:p>
            <a:pPr marL="683929" lvl="1" indent="-283879">
              <a:buFont typeface="Arial"/>
              <a:buChar char="•"/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id, nombre, descripcion, precio, categoriaId</a:t>
            </a:r>
            <a:endParaRPr lang="es-ES" sz="1800" b="0" i="0" u="none" strike="noStrike" cap="none" spc="0">
              <a:solidFill>
                <a:schemeClr val="tx1"/>
              </a:solidFill>
              <a:latin typeface="Univers Light"/>
              <a:cs typeface="Univers Light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s-MX" sz="1800" b="1" i="1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Inventario</a:t>
            </a:r>
            <a:endParaRPr lang="es-ES" sz="1800" b="0" i="0" u="none" strike="noStrike" cap="none" spc="0">
              <a:solidFill>
                <a:schemeClr val="tx1"/>
              </a:solidFill>
              <a:latin typeface="Univers Light"/>
              <a:cs typeface="Univers Light"/>
            </a:endParaRPr>
          </a:p>
          <a:p>
            <a:pPr marL="683929" lvl="1" indent="-283879">
              <a:buFont typeface="Arial"/>
              <a:buChar char="•"/>
              <a:defRPr/>
            </a:pPr>
            <a:r>
              <a:rPr lang="es-MX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id, </a:t>
            </a:r>
            <a:r>
              <a:rPr lang="es-ES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productoId, </a:t>
            </a:r>
            <a:r>
              <a:rPr lang="es-MX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stockActual</a:t>
            </a:r>
            <a:r>
              <a:rPr lang="es-ES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,</a:t>
            </a:r>
            <a:r>
              <a:rPr lang="es-MX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 umbralMinimo</a:t>
            </a:r>
            <a:r>
              <a:rPr lang="es-ES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, </a:t>
            </a:r>
            <a:r>
              <a:rPr lang="es-MX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fechaActualizacion</a:t>
            </a:r>
            <a:endParaRPr lang="es-ES" sz="1800" b="0" i="0" u="none" strike="noStrike" cap="none" spc="0">
              <a:solidFill>
                <a:schemeClr val="tx1"/>
              </a:solidFill>
              <a:latin typeface="Univers Light"/>
              <a:cs typeface="Univers Light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s-MX" sz="1800" b="1" i="1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HistoricoInventario</a:t>
            </a:r>
            <a:endParaRPr lang="es-ES" sz="1800" b="0" i="0" u="none" strike="noStrike" cap="none" spc="0">
              <a:solidFill>
                <a:schemeClr val="tx1"/>
              </a:solidFill>
              <a:latin typeface="Univers Light"/>
              <a:cs typeface="Univers Light"/>
            </a:endParaRPr>
          </a:p>
          <a:p>
            <a:pPr marL="683929" lvl="1" indent="-283879">
              <a:buFont typeface="Arial"/>
              <a:buChar char="•"/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id, productoId, </a:t>
            </a:r>
            <a:r>
              <a:rPr lang="es-MX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cantidaAnterior</a:t>
            </a:r>
            <a:r>
              <a:rPr lang="es-ES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, </a:t>
            </a:r>
            <a:r>
              <a:rPr lang="es-MX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cantidadNueva</a:t>
            </a:r>
            <a:r>
              <a:rPr lang="es-MX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,</a:t>
            </a:r>
            <a:r>
              <a:rPr lang="es-MX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 motivo</a:t>
            </a:r>
            <a:r>
              <a:rPr lang="es-ES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, fecha</a:t>
            </a:r>
            <a:endParaRPr lang="es-ES" sz="1800" b="0" i="0" u="none" strike="noStrike" cap="none" spc="0">
              <a:solidFill>
                <a:schemeClr val="tx1"/>
              </a:solidFill>
              <a:latin typeface="Univers Light"/>
              <a:cs typeface="Univers Light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s-ES" sz="1800" b="1" i="1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Orden</a:t>
            </a:r>
            <a:endParaRPr lang="es-ES" sz="1800" b="0" i="0" u="none" strike="noStrike" cap="none" spc="0">
              <a:solidFill>
                <a:schemeClr val="tx1"/>
              </a:solidFill>
              <a:latin typeface="Univers Light"/>
              <a:cs typeface="Univers Light"/>
            </a:endParaRPr>
          </a:p>
          <a:p>
            <a:pPr marL="683929" lvl="1" indent="-283879">
              <a:buFont typeface="Arial"/>
              <a:buChar char="•"/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id,</a:t>
            </a:r>
            <a:r>
              <a:rPr lang="es-MX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 </a:t>
            </a:r>
            <a:r>
              <a:rPr lang="es-ES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correo</a:t>
            </a:r>
            <a:r>
              <a:rPr lang="es-MX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,</a:t>
            </a:r>
            <a:r>
              <a:rPr lang="es-ES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 </a:t>
            </a:r>
            <a:r>
              <a:rPr lang="es-ES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nombre</a:t>
            </a:r>
            <a:r>
              <a:rPr lang="es-MX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C</a:t>
            </a:r>
            <a:r>
              <a:rPr lang="es-ES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liente</a:t>
            </a:r>
            <a:r>
              <a:rPr lang="es-MX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, </a:t>
            </a:r>
            <a:r>
              <a:rPr lang="es-ES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direccion</a:t>
            </a:r>
            <a:r>
              <a:rPr lang="es-MX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E</a:t>
            </a:r>
            <a:r>
              <a:rPr lang="es-ES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ntrega</a:t>
            </a:r>
            <a:r>
              <a:rPr lang="es-ES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, </a:t>
            </a:r>
            <a:r>
              <a:rPr lang="es-MX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sub</a:t>
            </a:r>
            <a:r>
              <a:rPr lang="es-MX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T</a:t>
            </a:r>
            <a:r>
              <a:rPr lang="es-ES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otal, estado, fechaCreacion, fechaModificacion</a:t>
            </a:r>
            <a:endParaRPr lang="es-ES" sz="1800" b="0" i="0" u="none" strike="noStrike" cap="none" spc="0">
              <a:solidFill>
                <a:schemeClr val="tx1"/>
              </a:solidFill>
              <a:latin typeface="Univers Light"/>
              <a:cs typeface="Univers Light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s-MX" sz="1800" b="1" i="1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DetalleOrden</a:t>
            </a:r>
            <a:endParaRPr lang="es-ES" sz="1800" b="0" i="0" u="none" strike="noStrike" cap="none" spc="0">
              <a:solidFill>
                <a:schemeClr val="tx1"/>
              </a:solidFill>
              <a:latin typeface="Univers Light"/>
              <a:cs typeface="Univers Light"/>
            </a:endParaRPr>
          </a:p>
          <a:p>
            <a:pPr marL="683929" lvl="1" indent="-283879">
              <a:buFont typeface="Arial"/>
              <a:buChar char="•"/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Univers Light"/>
                <a:ea typeface="Univers Light"/>
                <a:cs typeface="Univers Light"/>
              </a:rPr>
              <a:t>id, ordenId, productoId, cantidad, precioUnitario</a:t>
            </a:r>
            <a:endParaRPr lang="es-ES" sz="1800" b="0" i="0" u="none" strike="noStrike" cap="none" spc="0">
              <a:solidFill>
                <a:schemeClr val="tx1"/>
              </a:solidFill>
              <a:latin typeface="Univers Light"/>
              <a:cs typeface="Univers Light"/>
            </a:endParaRPr>
          </a:p>
          <a:p>
            <a:pPr algn="just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073265" name="Título 1"/>
          <p:cNvSpPr>
            <a:spLocks noGrp="1"/>
          </p:cNvSpPr>
          <p:nvPr>
            <p:ph type="title"/>
          </p:nvPr>
        </p:nvSpPr>
        <p:spPr bwMode="auto">
          <a:xfrm>
            <a:off x="143720" y="145206"/>
            <a:ext cx="11917100" cy="341177"/>
          </a:xfrm>
          <a:prstGeom prst="rect">
            <a:avLst/>
          </a:prstGeom>
          <a:noFill/>
        </p:spPr>
        <p:txBody>
          <a:bodyPr rtlCol="0"/>
          <a:lstStyle>
            <a:defPPr>
              <a:defRPr lang="es-ES"/>
            </a:defPPr>
          </a:lstStyle>
          <a:p>
            <a:pPr algn="ctr">
              <a:defRPr/>
            </a:pPr>
            <a:r>
              <a:rPr lang="es-ES" sz="2400" b="1"/>
              <a:t>Bounded</a:t>
            </a:r>
            <a:r>
              <a:rPr lang="es-ES" sz="2400" b="1"/>
              <a:t> </a:t>
            </a:r>
            <a:r>
              <a:rPr lang="es-ES" sz="2400" b="1"/>
              <a:t>Contexts</a:t>
            </a:r>
            <a:r>
              <a:rPr lang="es-ES" sz="2400" b="1"/>
              <a:t> y Subdominios</a:t>
            </a:r>
            <a:endParaRPr/>
          </a:p>
        </p:txBody>
      </p:sp>
      <p:sp>
        <p:nvSpPr>
          <p:cNvPr id="1545190710" name="Marcador de contenido 3"/>
          <p:cNvSpPr>
            <a:spLocks noGrp="1"/>
          </p:cNvSpPr>
          <p:nvPr>
            <p:ph sz="half" idx="14"/>
          </p:nvPr>
        </p:nvSpPr>
        <p:spPr bwMode="auto">
          <a:xfrm>
            <a:off x="486629" y="729574"/>
            <a:ext cx="11435788" cy="5405254"/>
          </a:xfrm>
          <a:prstGeom prst="rect">
            <a:avLst/>
          </a:prstGeom>
          <a:solidFill>
            <a:schemeClr val="bg1"/>
          </a:solidFill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algn="just">
              <a:defRPr/>
            </a:pPr>
            <a:r>
              <a:rPr lang="es-ES"/>
              <a:t>Bounded</a:t>
            </a:r>
            <a:r>
              <a:rPr lang="es-ES"/>
              <a:t> </a:t>
            </a:r>
            <a:r>
              <a:rPr lang="es-ES"/>
              <a:t>Contexts</a:t>
            </a:r>
            <a:r>
              <a:rPr lang="es-ES"/>
              <a:t> 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 b="1"/>
              <a:t>Inventario</a:t>
            </a:r>
            <a:r>
              <a:rPr lang="es-ES"/>
              <a:t>  — gestión de productos, stock y historial.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 b="1"/>
              <a:t>Ventas / Pedidos  </a:t>
            </a:r>
            <a:r>
              <a:rPr lang="es-ES"/>
              <a:t>— creación/modificación de órdenes, carritos, estados de pedido.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 b="1"/>
              <a:t>Clientes</a:t>
            </a:r>
            <a:r>
              <a:rPr lang="es-ES"/>
              <a:t>  — información y autenticación básica.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 b="1"/>
              <a:t>Reportes</a:t>
            </a:r>
            <a:r>
              <a:rPr lang="es-ES"/>
              <a:t> — generación y exportación de reportes.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 b="1"/>
              <a:t>Notificaciones</a:t>
            </a:r>
            <a:r>
              <a:rPr lang="es-ES"/>
              <a:t> — correo, notificaciones en plataforma.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 b="1"/>
              <a:t>Gateway / API  </a:t>
            </a:r>
            <a:r>
              <a:rPr lang="es-ES"/>
              <a:t>— </a:t>
            </a:r>
            <a:r>
              <a:rPr lang="es-ES"/>
              <a:t>orquestación </a:t>
            </a:r>
            <a:r>
              <a:rPr lang="es-ES"/>
              <a:t>y contratos HTTP.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endParaRPr/>
          </a:p>
          <a:p>
            <a:pPr algn="just">
              <a:defRPr/>
            </a:pPr>
            <a:r>
              <a:rPr lang="es-MX"/>
              <a:t>Subdominios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 b="1"/>
              <a:t>Principales</a:t>
            </a:r>
            <a:r>
              <a:rPr lang="es-ES"/>
              <a:t>: </a:t>
            </a:r>
            <a:r>
              <a:rPr lang="es-ES"/>
              <a:t>Inventario, </a:t>
            </a:r>
            <a:r>
              <a:rPr lang="es-ES"/>
              <a:t>Pedidos, Clientes.</a:t>
            </a:r>
            <a:endParaRPr lang="es-ES"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 b="1"/>
              <a:t>Soporte</a:t>
            </a:r>
            <a:r>
              <a:rPr lang="es-ES"/>
              <a:t>: Reportes, Notificaciones.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 b="1"/>
              <a:t>Genéricos</a:t>
            </a:r>
            <a:r>
              <a:rPr lang="es-ES"/>
              <a:t>: Autenticación.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07232" name="Título 1"/>
          <p:cNvSpPr>
            <a:spLocks noGrp="1"/>
          </p:cNvSpPr>
          <p:nvPr>
            <p:ph type="title"/>
          </p:nvPr>
        </p:nvSpPr>
        <p:spPr bwMode="auto">
          <a:xfrm>
            <a:off x="143720" y="145206"/>
            <a:ext cx="11917100" cy="341177"/>
          </a:xfrm>
          <a:prstGeom prst="rect">
            <a:avLst/>
          </a:prstGeom>
          <a:noFill/>
        </p:spPr>
        <p:txBody>
          <a:bodyPr rtlCol="0"/>
          <a:lstStyle>
            <a:defPPr>
              <a:defRPr lang="es-ES"/>
            </a:defPPr>
          </a:lstStyle>
          <a:p>
            <a:pPr algn="ctr">
              <a:defRPr/>
            </a:pPr>
            <a:r>
              <a:rPr lang="es-ES" sz="2400" b="1"/>
              <a:t>Lenguaje ubicuo</a:t>
            </a:r>
            <a:endParaRPr/>
          </a:p>
        </p:txBody>
      </p:sp>
      <p:sp>
        <p:nvSpPr>
          <p:cNvPr id="1106729776" name="Marcador de contenido 3"/>
          <p:cNvSpPr>
            <a:spLocks noGrp="1"/>
          </p:cNvSpPr>
          <p:nvPr>
            <p:ph sz="half" idx="14"/>
          </p:nvPr>
        </p:nvSpPr>
        <p:spPr bwMode="auto">
          <a:xfrm>
            <a:off x="486629" y="729574"/>
            <a:ext cx="11435788" cy="5405254"/>
          </a:xfrm>
          <a:prstGeom prst="rect">
            <a:avLst/>
          </a:prstGeom>
          <a:solidFill>
            <a:schemeClr val="bg1"/>
          </a:solidFill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algn="just">
              <a:defRPr/>
            </a:pPr>
            <a:r>
              <a:rPr lang="es-ES"/>
              <a:t>Como parte de la definición de términos importantes dentro dominio del sistema, tenemos:</a:t>
            </a:r>
            <a:endParaRPr lang="es-ES"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 b="1"/>
              <a:t>Producto</a:t>
            </a:r>
            <a:r>
              <a:rPr lang="es-ES"/>
              <a:t>: artículo que se vende; tiene precio, stock y categoría.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 b="1"/>
              <a:t>Stock Disponible</a:t>
            </a:r>
            <a:r>
              <a:rPr lang="es-ES"/>
              <a:t>: cantidad sin reservas.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 b="1"/>
              <a:t>Orden</a:t>
            </a:r>
            <a:r>
              <a:rPr lang="es-ES"/>
              <a:t>: petición de compra en un estado (pendiente, confirmado, </a:t>
            </a:r>
            <a:r>
              <a:rPr lang="es-ES"/>
              <a:t>en_despacho</a:t>
            </a:r>
            <a:r>
              <a:rPr lang="es-ES"/>
              <a:t>, entregado).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 b="1"/>
              <a:t>Carrito</a:t>
            </a:r>
            <a:r>
              <a:rPr lang="es-ES"/>
              <a:t>: selección temporal de </a:t>
            </a:r>
            <a:r>
              <a:rPr lang="es-ES"/>
              <a:t>items</a:t>
            </a:r>
            <a:r>
              <a:rPr lang="es-ES"/>
              <a:t> por un cliente.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 b="1"/>
              <a:t>Reporte Semanal</a:t>
            </a:r>
            <a:r>
              <a:rPr lang="es-ES"/>
              <a:t>: archivo que agrupa métricas de ventas por semana.</a:t>
            </a:r>
            <a:endParaRPr/>
          </a:p>
          <a:p>
            <a:pPr marL="285750" indent="-285750" algn="just">
              <a:buFont typeface="Wingdings"/>
              <a:buChar char="ü"/>
              <a:defRPr/>
            </a:pPr>
            <a:r>
              <a:rPr lang="es-ES" b="1"/>
              <a:t>Historial de stock</a:t>
            </a:r>
            <a:r>
              <a:rPr lang="es-ES"/>
              <a:t>: registro de todos los movimientos de inventario.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336118" name="Título 1"/>
          <p:cNvSpPr>
            <a:spLocks noGrp="1"/>
          </p:cNvSpPr>
          <p:nvPr>
            <p:ph type="ctrTitle"/>
          </p:nvPr>
        </p:nvSpPr>
        <p:spPr bwMode="auto">
          <a:xfrm>
            <a:off x="1325880" y="685800"/>
            <a:ext cx="9540240" cy="3136738"/>
          </a:xfrm>
          <a:prstGeom prst="rect">
            <a:avLst/>
          </a:prstGeom>
          <a:noFill/>
        </p:spPr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r>
              <a:rPr lang="es-MX"/>
              <a:t>DIAGRAMAS</a:t>
            </a:r>
            <a:r>
              <a:rPr lang="es-ES"/>
              <a:t> del proyecto</a:t>
            </a:r>
            <a:endParaRPr lang="es-ES"/>
          </a:p>
        </p:txBody>
      </p:sp>
      <p:sp>
        <p:nvSpPr>
          <p:cNvPr id="333278685" name="Subtítulo 2"/>
          <p:cNvSpPr>
            <a:spLocks noGrp="1"/>
          </p:cNvSpPr>
          <p:nvPr>
            <p:ph type="subTitle" idx="1"/>
          </p:nvPr>
        </p:nvSpPr>
        <p:spPr bwMode="auto">
          <a:prstGeom prst="rect">
            <a:avLst/>
          </a:prstGeom>
          <a:noFill/>
        </p:spPr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r>
              <a:rPr lang="es-ES"/>
              <a:t>En esta segunda parte se presenta la arquitectura que se ha implementado en el proyecto </a:t>
            </a:r>
            <a:r>
              <a:rPr lang="es-ES"/>
              <a:t>arka</a:t>
            </a:r>
            <a:r>
              <a:rPr lang="es-ES"/>
              <a:t>.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074853" name="Título 1"/>
          <p:cNvSpPr txBox="1"/>
          <p:nvPr/>
        </p:nvSpPr>
        <p:spPr bwMode="auto">
          <a:xfrm>
            <a:off x="274900" y="77112"/>
            <a:ext cx="11917100" cy="409271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es-ES"/>
            </a:defPPr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lang="es-ES" sz="3600" i="1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 sz="2400" b="1" i="1" u="none" strike="noStrike" cap="all" spc="0">
                <a:solidFill>
                  <a:schemeClr val="accent1"/>
                </a:solidFill>
                <a:latin typeface="Walbaum Display Light"/>
                <a:ea typeface="Walbaum Display Light"/>
                <a:cs typeface="Walbaum Display Light"/>
              </a:rPr>
              <a:t>Diagrama de componentes</a:t>
            </a:r>
            <a:endParaRPr lang="es-ES" sz="2400" b="1"/>
          </a:p>
        </p:txBody>
      </p:sp>
      <p:pic>
        <p:nvPicPr>
          <p:cNvPr id="75038462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073648" y="822059"/>
            <a:ext cx="6912060" cy="5018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2096561" name="Título 1"/>
          <p:cNvSpPr txBox="1"/>
          <p:nvPr/>
        </p:nvSpPr>
        <p:spPr bwMode="auto">
          <a:xfrm>
            <a:off x="274900" y="77112"/>
            <a:ext cx="11917100" cy="409271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es-ES"/>
            </a:defPPr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lang="es-ES" sz="3600" i="1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 sz="2400" b="1" i="1" u="none" strike="noStrike" cap="all" spc="0">
                <a:solidFill>
                  <a:schemeClr val="accent1"/>
                </a:solidFill>
                <a:latin typeface="Walbaum Display Light"/>
                <a:ea typeface="Walbaum Display Light"/>
                <a:cs typeface="Walbaum Display Light"/>
              </a:rPr>
              <a:t>DIAGRAMA DE ARQUITECTUTA - MODELO EN CAPAS</a:t>
            </a:r>
            <a:endParaRPr lang="es-ES" sz="2400" b="1"/>
          </a:p>
        </p:txBody>
      </p:sp>
      <p:pic>
        <p:nvPicPr>
          <p:cNvPr id="78644802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588377" y="610114"/>
            <a:ext cx="8809299" cy="5380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065565" name="Título 1"/>
          <p:cNvSpPr txBox="1"/>
          <p:nvPr/>
        </p:nvSpPr>
        <p:spPr bwMode="auto">
          <a:xfrm>
            <a:off x="274899" y="77112"/>
            <a:ext cx="11917099" cy="40927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es-ES"/>
            </a:defPPr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lang="es-ES" sz="3600" i="1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 sz="2400" b="1"/>
              <a:t>Arquitectura</a:t>
            </a:r>
            <a:endParaRPr lang="es-ES" sz="2400" b="1"/>
          </a:p>
        </p:txBody>
      </p:sp>
      <p:pic>
        <p:nvPicPr>
          <p:cNvPr id="55652289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630908" y="901013"/>
            <a:ext cx="8930182" cy="4852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264331" name="Título 1"/>
          <p:cNvSpPr txBox="1"/>
          <p:nvPr/>
        </p:nvSpPr>
        <p:spPr bwMode="auto">
          <a:xfrm>
            <a:off x="274900" y="77112"/>
            <a:ext cx="11917100" cy="409271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es-ES"/>
            </a:defPPr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lang="es-ES" sz="3600" i="1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MX" sz="2400" b="1"/>
              <a:t>Diagrama de base de datos</a:t>
            </a:r>
            <a:endParaRPr lang="es-ES" sz="2400" b="1"/>
          </a:p>
        </p:txBody>
      </p:sp>
      <p:pic>
        <p:nvPicPr>
          <p:cNvPr id="185304066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90498" y="553479"/>
            <a:ext cx="9147190" cy="54575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202030" name="Título 1"/>
          <p:cNvSpPr>
            <a:spLocks noGrp="1"/>
          </p:cNvSpPr>
          <p:nvPr>
            <p:ph type="ctrTitle"/>
          </p:nvPr>
        </p:nvSpPr>
        <p:spPr bwMode="auto">
          <a:xfrm>
            <a:off x="1325880" y="685800"/>
            <a:ext cx="9540239" cy="3136737"/>
          </a:xfrm>
          <a:prstGeom prst="rect">
            <a:avLst/>
          </a:prstGeom>
          <a:noFill/>
        </p:spPr>
        <p:txBody>
          <a:bodyPr rtlCol="0"/>
          <a:lstStyle>
            <a:defPPr>
              <a:defRPr lang="es-ES"/>
            </a:defPPr>
          </a:lstStyle>
          <a:p>
            <a:pPr rtl="0">
              <a:defRPr/>
            </a:pPr>
            <a:r>
              <a:rPr lang="es-MX"/>
              <a:t>DEMOSTRACION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160210" name="Marcador de posición de imagen 5" descr="Primer plano de un puente con cables"/>
          <p:cNvPicPr>
            <a:picLocks noChangeAspect="1" noGrp="1"/>
          </p:cNvPicPr>
          <p:nvPr>
            <p:ph type="pic" sz="quarter" idx="10"/>
          </p:nvPr>
        </p:nvPicPr>
        <p:blipFill rotWithShape="1">
          <a:blip r:embed="rId3"/>
          <a:srcRect l="20" t="0" r="19" b="0"/>
          <a:stretch/>
        </p:blipFill>
        <p:spPr bwMode="auto">
          <a:xfrm>
            <a:off x="3810" y="0"/>
            <a:ext cx="7816995" cy="6858000"/>
          </a:xfrm>
          <a:prstGeom prst="rect">
            <a:avLst/>
          </a:prstGeom>
          <a:noFill/>
        </p:spPr>
      </p:pic>
      <p:sp>
        <p:nvSpPr>
          <p:cNvPr id="196100518" name="Título 1"/>
          <p:cNvSpPr>
            <a:spLocks noGrp="1"/>
          </p:cNvSpPr>
          <p:nvPr>
            <p:ph type="title"/>
          </p:nvPr>
        </p:nvSpPr>
        <p:spPr bwMode="auto">
          <a:xfrm>
            <a:off x="6080992" y="731562"/>
            <a:ext cx="4902842" cy="3526778"/>
          </a:xfrm>
          <a:prstGeom prst="rect">
            <a:avLst/>
          </a:prstGeom>
          <a:noFill/>
        </p:spPr>
        <p:txBody>
          <a:bodyPr rtlCol="0" anchor="b"/>
          <a:lstStyle>
            <a:defPPr>
              <a:defRPr lang="es-ES"/>
            </a:defPPr>
          </a:lstStyle>
          <a:p>
            <a:pPr rtl="0">
              <a:defRPr/>
            </a:pPr>
            <a:r>
              <a:rPr lang="es-ES"/>
              <a:t>MUCHAS GRACIAS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AngleLinesVTI">
  <a:themeElements>
    <a:clrScheme name="Custom 43">
      <a:dk1>
        <a:srgbClr val="000000"/>
      </a:dk1>
      <a:lt1>
        <a:srgbClr val="FFFFFF"/>
      </a:lt1>
      <a:dk2>
        <a:srgbClr val="EFEBEB"/>
      </a:dk2>
      <a:lt2>
        <a:srgbClr val="E8E8E8"/>
      </a:lt2>
      <a:accent1>
        <a:srgbClr val="001D2E"/>
      </a:accent1>
      <a:accent2>
        <a:srgbClr val="145766"/>
      </a:accent2>
      <a:accent3>
        <a:srgbClr val="B99B9F"/>
      </a:accent3>
      <a:accent4>
        <a:srgbClr val="A47930"/>
      </a:accent4>
      <a:accent5>
        <a:srgbClr val="0C577C"/>
      </a:accent5>
      <a:accent6>
        <a:srgbClr val="CC836D"/>
      </a:accent6>
      <a:hlink>
        <a:srgbClr val="467886"/>
      </a:hlink>
      <a:folHlink>
        <a:srgbClr val="96607D"/>
      </a:folHlink>
    </a:clrScheme>
    <a:fontScheme name="Custom 98">
      <a:majorFont>
        <a:latin typeface="Walbaum Display Light"/>
        <a:ea typeface="Arial"/>
        <a:cs typeface="Arial"/>
      </a:majorFont>
      <a:minorFont>
        <a:latin typeface="Univers Light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846AD4-435D-4592-8088-FE2831A30D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B6283731-47E9-4F14-86D1-57C1EA2672A1}">
  <ds:schemaRefs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71af3243-3dd4-4a8d-8c0d-dd76da1f02a5"/>
    <ds:schemaRef ds:uri="16c05727-aa75-4e4a-9b5f-8a80a1165891"/>
    <ds:schemaRef ds:uri="http://schemas.openxmlformats.org/package/2006/metadata/core-properties"/>
    <ds:schemaRef ds:uri="230e9df3-be65-4c73-a93b-d1236ebd677e"/>
    <ds:schemaRef ds:uri="http://schemas.microsoft.com/sharepoint/v3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24D4B218-C04B-41F5-949D-06E9DAE96B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ONLYOFFICE/9.1.0.167</Application>
  <PresentationFormat>On-screen Show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2023-12-10T21:10:30Z</dcterms:created>
  <dcterms:modified xsi:type="dcterms:W3CDTF">2025-11-12T21:18:21Z</dcterms:modified>
</cp:coreProperties>
</file>